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9" r:id="rId1"/>
  </p:sldMasterIdLst>
  <p:notesMasterIdLst>
    <p:notesMasterId r:id="rId38"/>
  </p:notesMasterIdLst>
  <p:sldIdLst>
    <p:sldId id="256" r:id="rId2"/>
    <p:sldId id="357" r:id="rId3"/>
    <p:sldId id="358" r:id="rId4"/>
    <p:sldId id="359" r:id="rId5"/>
    <p:sldId id="360" r:id="rId6"/>
    <p:sldId id="391" r:id="rId7"/>
    <p:sldId id="392" r:id="rId8"/>
    <p:sldId id="361" r:id="rId9"/>
    <p:sldId id="363" r:id="rId10"/>
    <p:sldId id="380" r:id="rId11"/>
    <p:sldId id="362" r:id="rId12"/>
    <p:sldId id="425" r:id="rId13"/>
    <p:sldId id="364" r:id="rId14"/>
    <p:sldId id="366" r:id="rId15"/>
    <p:sldId id="382" r:id="rId16"/>
    <p:sldId id="385" r:id="rId17"/>
    <p:sldId id="383" r:id="rId18"/>
    <p:sldId id="384" r:id="rId19"/>
    <p:sldId id="426" r:id="rId20"/>
    <p:sldId id="365" r:id="rId21"/>
    <p:sldId id="424" r:id="rId22"/>
    <p:sldId id="439" r:id="rId23"/>
    <p:sldId id="471" r:id="rId24"/>
    <p:sldId id="472" r:id="rId25"/>
    <p:sldId id="473" r:id="rId26"/>
    <p:sldId id="474" r:id="rId27"/>
    <p:sldId id="475" r:id="rId28"/>
    <p:sldId id="476" r:id="rId29"/>
    <p:sldId id="477" r:id="rId30"/>
    <p:sldId id="478" r:id="rId31"/>
    <p:sldId id="479" r:id="rId32"/>
    <p:sldId id="480" r:id="rId33"/>
    <p:sldId id="481" r:id="rId34"/>
    <p:sldId id="393" r:id="rId35"/>
    <p:sldId id="489" r:id="rId36"/>
    <p:sldId id="280" r:id="rId37"/>
  </p:sldIdLst>
  <p:sldSz cx="9144000" cy="5143500" type="screen16x9"/>
  <p:notesSz cx="6858000" cy="9144000"/>
  <p:embeddedFontLst>
    <p:embeddedFont>
      <p:font typeface="Advent Pro Light" panose="020B0604020202020204" charset="0"/>
      <p:regular r:id="rId39"/>
      <p:bold r:id="rId40"/>
    </p:embeddedFont>
    <p:embeddedFont>
      <p:font typeface="Anton" pitchFamily="2" charset="0"/>
      <p:regular r:id="rId41"/>
    </p:embeddedFont>
    <p:embeddedFont>
      <p:font typeface="Calibri" panose="020F0502020204030204" pitchFamily="34" charset="0"/>
      <p:regular r:id="rId42"/>
      <p:bold r:id="rId43"/>
      <p:italic r:id="rId44"/>
      <p:boldItalic r:id="rId45"/>
    </p:embeddedFont>
    <p:embeddedFont>
      <p:font typeface="Fira Sans Condensed Light" panose="020B0403050000020004" pitchFamily="34" charset="0"/>
      <p:regular r:id="rId46"/>
      <p:bold r:id="rId47"/>
      <p:italic r:id="rId48"/>
      <p:boldItalic r:id="rId49"/>
    </p:embeddedFont>
    <p:embeddedFont>
      <p:font typeface="Rajdhani" panose="020B0604020202020204" charset="0"/>
      <p:regular r:id="rId50"/>
      <p:bold r:id="rId5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FE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5E397FE-706D-4E7D-AA01-638484C1D090}">
  <a:tblStyle styleId="{95E397FE-706D-4E7D-AA01-638484C1D09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0909" autoAdjust="0"/>
  </p:normalViewPr>
  <p:slideViewPr>
    <p:cSldViewPr snapToGrid="0">
      <p:cViewPr varScale="1">
        <p:scale>
          <a:sx n="82" d="100"/>
          <a:sy n="82" d="100"/>
        </p:scale>
        <p:origin x="1056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4.fntdata"/><Relationship Id="rId47" Type="http://schemas.openxmlformats.org/officeDocument/2006/relationships/font" Target="fonts/font9.fntdata"/><Relationship Id="rId50" Type="http://schemas.openxmlformats.org/officeDocument/2006/relationships/font" Target="fonts/font12.fntdata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6.fntdata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5.fntdata"/><Relationship Id="rId48" Type="http://schemas.openxmlformats.org/officeDocument/2006/relationships/font" Target="fonts/font10.fntdata"/><Relationship Id="rId8" Type="http://schemas.openxmlformats.org/officeDocument/2006/relationships/slide" Target="slides/slide7.xml"/><Relationship Id="rId51" Type="http://schemas.openxmlformats.org/officeDocument/2006/relationships/font" Target="fonts/font13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8.fntdata"/><Relationship Id="rId20" Type="http://schemas.openxmlformats.org/officeDocument/2006/relationships/slide" Target="slides/slide19.xml"/><Relationship Id="rId41" Type="http://schemas.openxmlformats.org/officeDocument/2006/relationships/font" Target="fonts/font3.fntdata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4575393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708a6ee8a1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708a6ee8a1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100752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708a6ee8a1_0_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708a6ee8a1_0_3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047294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708a6ee8a1_0_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708a6ee8a1_0_3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047294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9" name="Google Shape;1789;g7098bb5640_0_1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0" name="Google Shape;1790;g7098bb5640_0_1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459076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9" name="Google Shape;1789;g7098bb5640_0_1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0" name="Google Shape;1790;g7098bb5640_0_1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459076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65abef0139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65abef0139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56679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65abef0139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65abef0139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002899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65abef0139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65abef0139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316488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65abef0139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65abef0139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316488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65abef0139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65abef0139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316488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65abef0139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65abef0139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316488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507985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708a6ee8a1_0_4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708a6ee8a1_0_4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906656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795281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795281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795281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795281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795281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65abef0139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65abef0139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263086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795281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708a6ee8a1_0_4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708a6ee8a1_0_4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005556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8528978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B7DFBE9E-E889-13CC-0D2E-86D5541E8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85205E68-1388-74CF-F8C8-921B7E99AC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0A4DFBAF-AEDF-2DB4-2880-3D01FC3052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4111306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4B322D0A-F077-9305-BA59-CEDC5D2F6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F52A6247-CA03-30C2-B32B-AC6B78F816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47B52659-1634-7EAD-F341-179E79C6FB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5145202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1CE5E116-4B2E-E0CD-34D0-9704CDD75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CDBE97F8-E4D2-C13A-094A-165AE401B8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EB2DA422-FB69-9271-6746-42F25FCC1B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2307101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9682CEBD-7005-8706-B1B2-D62635F82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B5C0CB9C-B171-71AB-9B8F-FB67273064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694845BD-5EF6-9F9D-58FF-A5504EA6EC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2131121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0367947A-C3BF-ABA1-57CC-CF3146505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A599484C-15C9-025A-72E6-4E91E2DC30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103595A5-4F83-7C69-72FC-22657FDB5B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4019975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A35CB213-150F-F722-CC71-3B66964B2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9B725EF8-6E93-1E57-403F-8F8159C4E6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8A9821A7-D23D-0D22-6908-6E141BDA2C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1051616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531C755C-FDBC-0A18-4A91-11BE5F1C2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4F678E4A-EBCD-700F-291D-505132342C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CF199A7A-9A78-0B48-C762-D074E0125A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0060568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7A32BF86-8778-3746-50B3-425D29BD4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E988F705-5270-6E92-1A19-8591463F04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4CBF8A5A-48CA-04EE-6B4A-F76C7B6B6E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2342443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4A765936-43A6-DBFE-8510-660CA8711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78513210-EDFF-36B4-9158-60FF8FCA5B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77AE6914-F0E3-7E62-CC25-87159E0CFE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69342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5AFC6A0A-D111-5849-340B-83DB43B02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18E9460B-D396-9B4C-9038-3DFCD3F16F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2938CB5F-1051-99EF-7BD3-D5E8788B91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944445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A420BE73-4F56-63D2-AC7B-9318D7D60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B0AF6CA1-0879-EAE7-355C-445937A79F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9E8FDBAD-F34A-572A-EBD8-4F109E85FC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6283363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7952817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E5E65D04-0A97-CD74-2397-5CCF592DC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17EF6B54-745F-F8D5-7AF5-69C6317581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6DDAEFF1-4054-FD99-4FFF-87959ABA53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8668732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6" name="Google Shape;1796;g7098bb5640_0_1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7" name="Google Shape;1797;g7098bb5640_0_1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58124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20000" y="1139150"/>
            <a:ext cx="4404000" cy="259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7200">
                <a:solidFill>
                  <a:srgbClr val="F3F3F3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20000" y="3585075"/>
            <a:ext cx="3384900" cy="4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rgbClr val="F3F3F3"/>
                </a:solidFill>
                <a:latin typeface="Advent Pro Light"/>
                <a:ea typeface="Advent Pro Light"/>
                <a:cs typeface="Advent Pro Light"/>
                <a:sym typeface="Advent Pro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solidFill>
            <a:srgbClr val="FFFFFF">
              <a:alpha val="45090"/>
            </a:srgbClr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AutoNum type="arabicPeriod"/>
              <a:defRPr sz="1300">
                <a:solidFill>
                  <a:srgbClr val="F3F3F3"/>
                </a:solidFill>
              </a:defRPr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lphaLcPeriod"/>
              <a:defRPr sz="1200"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romanLcPeriod"/>
              <a:defRPr sz="1200"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  <a:defRPr sz="1200"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lphaLcPeriod"/>
              <a:defRPr sz="1200"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romanLcPeriod"/>
              <a:defRPr sz="1200"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  <a:defRPr sz="1200"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lphaLcPeriod"/>
              <a:defRPr sz="1200"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100"/>
              <a:buAutoNum type="romanLcPeriod"/>
              <a:defRPr sz="1200"/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720100" y="509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"/>
          <p:cNvSpPr txBox="1">
            <a:spLocks noGrp="1"/>
          </p:cNvSpPr>
          <p:nvPr>
            <p:ph type="subTitle" idx="1"/>
          </p:nvPr>
        </p:nvSpPr>
        <p:spPr>
          <a:xfrm>
            <a:off x="2487163" y="1434600"/>
            <a:ext cx="3367800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rgbClr val="F3F3F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title"/>
          </p:nvPr>
        </p:nvSpPr>
        <p:spPr>
          <a:xfrm>
            <a:off x="6530228" y="1434600"/>
            <a:ext cx="1967100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F3F3F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LANK_1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título 1">
  <p:cSld name="Solo título 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>
            <a:spLocks noGrp="1"/>
          </p:cNvSpPr>
          <p:nvPr>
            <p:ph type="title"/>
          </p:nvPr>
        </p:nvSpPr>
        <p:spPr>
          <a:xfrm>
            <a:off x="720100" y="509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0"/>
          <p:cNvSpPr txBox="1">
            <a:spLocks noGrp="1"/>
          </p:cNvSpPr>
          <p:nvPr>
            <p:ph type="title"/>
          </p:nvPr>
        </p:nvSpPr>
        <p:spPr>
          <a:xfrm>
            <a:off x="522825" y="971850"/>
            <a:ext cx="3787800" cy="3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200"/>
              <a:buNone/>
              <a:defRPr sz="6000">
                <a:solidFill>
                  <a:srgbClr val="F3F3F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3" name="Google Shape;33;p10"/>
          <p:cNvSpPr txBox="1">
            <a:spLocks noGrp="1"/>
          </p:cNvSpPr>
          <p:nvPr>
            <p:ph type="subTitle" idx="1"/>
          </p:nvPr>
        </p:nvSpPr>
        <p:spPr>
          <a:xfrm>
            <a:off x="4799950" y="1954200"/>
            <a:ext cx="19401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4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title" idx="2" hasCustomPrompt="1"/>
          </p:nvPr>
        </p:nvSpPr>
        <p:spPr>
          <a:xfrm>
            <a:off x="4849170" y="1001125"/>
            <a:ext cx="2026800" cy="18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4000">
                <a:solidFill>
                  <a:srgbClr val="F3F3F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720100" y="509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C343D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marL="914400" lvl="1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marL="1371600" lvl="2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lvl="3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lvl="4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lvl="5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lvl="6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lvl="7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lvl="8" indent="-30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4" r:id="rId3"/>
    <p:sldLayoutId id="2147483659" r:id="rId4"/>
    <p:sldLayoutId id="2147483666" r:id="rId5"/>
    <p:sldLayoutId id="2147483667" r:id="rId6"/>
    <p:sldLayoutId id="2147483670" r:id="rId7"/>
    <p:sldLayoutId id="2147483671" r:id="rId8"/>
    <p:sldLayoutId id="2147483672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3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Alfredo.garcias@tec.m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14"/>
          <p:cNvSpPr txBox="1"/>
          <p:nvPr/>
        </p:nvSpPr>
        <p:spPr>
          <a:xfrm>
            <a:off x="745436" y="839354"/>
            <a:ext cx="8398564" cy="4299318"/>
          </a:xfrm>
          <a:prstGeom prst="rect">
            <a:avLst/>
          </a:prstGeom>
        </p:spPr>
        <p:txBody>
          <a:bodyPr vert="horz" wrap="square" lIns="0" tIns="13399" rIns="0" bIns="0" rtlCol="0">
            <a:spAutoFit/>
          </a:bodyPr>
          <a:lstStyle/>
          <a:p>
            <a:pPr marL="14105" marR="5642" algn="ctr">
              <a:spcBef>
                <a:spcPts val="106"/>
              </a:spcBef>
            </a:pPr>
            <a:endParaRPr lang="es-ES" sz="20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ctr">
              <a:spcBef>
                <a:spcPts val="106"/>
              </a:spcBef>
            </a:pPr>
            <a:endParaRPr lang="es-ES" sz="20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ctr">
              <a:spcBef>
                <a:spcPts val="106"/>
              </a:spcBef>
            </a:pPr>
            <a:endParaRPr lang="es-ES" sz="20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ctr">
              <a:spcBef>
                <a:spcPts val="106"/>
              </a:spcBef>
            </a:pPr>
            <a:br>
              <a:rPr lang="es-MX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</a:br>
            <a:br>
              <a:rPr lang="es-ES" sz="20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</a:br>
            <a:endParaRPr lang="es-ES" sz="2000" b="1" dirty="0">
              <a:solidFill>
                <a:srgbClr val="FF00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r">
              <a:spcBef>
                <a:spcPts val="106"/>
              </a:spcBef>
            </a:pPr>
            <a:endParaRPr lang="es-ES" sz="2000" b="1" dirty="0">
              <a:solidFill>
                <a:srgbClr val="FF00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ctr">
              <a:spcBef>
                <a:spcPts val="106"/>
              </a:spcBef>
            </a:pPr>
            <a:endParaRPr lang="es-ES" sz="2000" b="1" dirty="0">
              <a:solidFill>
                <a:srgbClr val="FF00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>
              <a:spcBef>
                <a:spcPts val="106"/>
              </a:spcBef>
            </a:pPr>
            <a:r>
              <a:rPr lang="es-ES" sz="1600" b="1" dirty="0">
                <a:solidFill>
                  <a:schemeClr val="bg1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TC2003B</a:t>
            </a:r>
            <a:br>
              <a:rPr lang="es-ES" sz="23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</a:br>
            <a:r>
              <a:rPr lang="es-ES" sz="2700" b="1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Gestión de Proyectos de Plataformas Tecnológicas</a:t>
            </a:r>
          </a:p>
          <a:p>
            <a:pPr marL="14105" marR="5642">
              <a:spcBef>
                <a:spcPts val="106"/>
              </a:spcBef>
            </a:pPr>
            <a:endParaRPr lang="es-ES" sz="2000" b="1" dirty="0">
              <a:solidFill>
                <a:schemeClr val="bg1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ctr">
              <a:spcBef>
                <a:spcPts val="106"/>
              </a:spcBef>
            </a:pPr>
            <a:r>
              <a:rPr lang="es-ES" sz="20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                                                                                                        </a:t>
            </a:r>
          </a:p>
          <a:p>
            <a:pPr marL="14105" marR="5642" algn="ctr">
              <a:spcBef>
                <a:spcPts val="106"/>
              </a:spcBef>
            </a:pPr>
            <a:r>
              <a:rPr lang="es-ES" sz="20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					                     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23 de Septiembre del 2026</a:t>
            </a:r>
            <a:br>
              <a:rPr lang="es-ES" sz="20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</a:br>
            <a:endParaRPr lang="es-MX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028" name="AutoShape 4" descr="Inicio | Título Electrónico Puebl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14340" name="Picture 4" descr="The Learning Gate | Tec de Monterrey"/>
          <p:cNvPicPr>
            <a:picLocks noChangeAspect="1" noChangeArrowheads="1"/>
          </p:cNvPicPr>
          <p:nvPr/>
        </p:nvPicPr>
        <p:blipFill>
          <a:blip r:embed="rId4">
            <a:lum bright="100000" contrast="100000"/>
          </a:blip>
          <a:srcRect/>
          <a:stretch>
            <a:fillRect/>
          </a:stretch>
        </p:blipFill>
        <p:spPr bwMode="auto">
          <a:xfrm>
            <a:off x="5506277" y="308115"/>
            <a:ext cx="3345621" cy="587367"/>
          </a:xfrm>
          <a:prstGeom prst="rect">
            <a:avLst/>
          </a:prstGeom>
          <a:noFill/>
        </p:spPr>
      </p:pic>
      <p:cxnSp>
        <p:nvCxnSpPr>
          <p:cNvPr id="11" name="Google Shape;137;p27"/>
          <p:cNvCxnSpPr/>
          <p:nvPr/>
        </p:nvCxnSpPr>
        <p:spPr>
          <a:xfrm>
            <a:off x="599181" y="3300059"/>
            <a:ext cx="0" cy="6306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6" name="Google Shape;136;p27"/>
          <p:cNvSpPr txBox="1">
            <a:spLocks noGrp="1"/>
          </p:cNvSpPr>
          <p:nvPr>
            <p:ph type="subTitle" idx="1"/>
          </p:nvPr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/>
            <a:r>
              <a:rPr lang="es-ES" dirty="0"/>
              <a:t>   </a:t>
            </a:r>
          </a:p>
          <a:p>
            <a:pPr algn="l"/>
            <a:r>
              <a:rPr lang="es-ES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charset="0"/>
              </a:rPr>
              <a:t>Facilitador: </a:t>
            </a:r>
            <a:r>
              <a:rPr lang="es-ES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charset="0"/>
              </a:rPr>
              <a:t>PhD</a:t>
            </a:r>
            <a:r>
              <a:rPr lang="es-ES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charset="0"/>
              </a:rPr>
              <a:t> Alfredo García Suárez</a:t>
            </a:r>
          </a:p>
          <a:p>
            <a:pPr algn="l"/>
            <a:br>
              <a:rPr lang="es-ES" dirty="0"/>
            </a:b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allAtOnce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7" name="Google Shape;137;p27"/>
          <p:cNvCxnSpPr/>
          <p:nvPr/>
        </p:nvCxnSpPr>
        <p:spPr>
          <a:xfrm>
            <a:off x="5019262" y="2454286"/>
            <a:ext cx="0" cy="6306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5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5506277" y="308115"/>
            <a:ext cx="3345621" cy="587367"/>
          </a:xfrm>
          <a:prstGeom prst="rect">
            <a:avLst/>
          </a:prstGeom>
          <a:noFill/>
        </p:spPr>
      </p:pic>
      <p:sp>
        <p:nvSpPr>
          <p:cNvPr id="8" name="Google Shape;135;p27"/>
          <p:cNvSpPr txBox="1">
            <a:spLocks noGrp="1"/>
          </p:cNvSpPr>
          <p:nvPr>
            <p:ph type="title"/>
          </p:nvPr>
        </p:nvSpPr>
        <p:spPr>
          <a:xfrm>
            <a:off x="4997243" y="1623442"/>
            <a:ext cx="3200181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Bienvenida</a:t>
            </a:r>
            <a:endParaRPr dirty="0"/>
          </a:p>
        </p:txBody>
      </p:sp>
      <p:sp>
        <p:nvSpPr>
          <p:cNvPr id="9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6202" y="1013958"/>
            <a:ext cx="2173638" cy="1457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0" name="Picture 6" descr="Qué es Power BI de Office 36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7088" y="2775165"/>
            <a:ext cx="2206624" cy="1241662"/>
          </a:xfrm>
          <a:prstGeom prst="rect">
            <a:avLst/>
          </a:prstGeom>
          <a:noFill/>
        </p:spPr>
      </p:pic>
      <p:pic>
        <p:nvPicPr>
          <p:cNvPr id="1033" name="Picture 9" descr="Qlik: ¿qué es y cómo funciona esta herramienta de BI?"/>
          <p:cNvPicPr>
            <a:picLocks noChangeAspect="1" noChangeArrowheads="1"/>
          </p:cNvPicPr>
          <p:nvPr/>
        </p:nvPicPr>
        <p:blipFill>
          <a:blip r:embed="rId6"/>
          <a:srcRect l="3401"/>
          <a:stretch>
            <a:fillRect/>
          </a:stretch>
        </p:blipFill>
        <p:spPr bwMode="auto">
          <a:xfrm>
            <a:off x="2373086" y="1072226"/>
            <a:ext cx="2325655" cy="1324142"/>
          </a:xfrm>
          <a:prstGeom prst="rect">
            <a:avLst/>
          </a:prstGeom>
          <a:noFill/>
        </p:spPr>
      </p:pic>
      <p:pic>
        <p:nvPicPr>
          <p:cNvPr id="1035" name="Picture 11" descr="Las 8 herramientas de Data Analytics más usadas"/>
          <p:cNvPicPr>
            <a:picLocks noChangeAspect="1" noChangeArrowheads="1"/>
          </p:cNvPicPr>
          <p:nvPr/>
        </p:nvPicPr>
        <p:blipFill>
          <a:blip r:embed="rId7"/>
          <a:srcRect l="23453" r="18783" b="6905"/>
          <a:stretch>
            <a:fillRect/>
          </a:stretch>
        </p:blipFill>
        <p:spPr bwMode="auto">
          <a:xfrm>
            <a:off x="2405743" y="2778351"/>
            <a:ext cx="2318657" cy="12443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7" name="Google Shape;137;p27"/>
          <p:cNvCxnSpPr/>
          <p:nvPr/>
        </p:nvCxnSpPr>
        <p:spPr>
          <a:xfrm>
            <a:off x="4594711" y="2465172"/>
            <a:ext cx="0" cy="6306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5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5506277" y="308115"/>
            <a:ext cx="3345621" cy="587367"/>
          </a:xfrm>
          <a:prstGeom prst="rect">
            <a:avLst/>
          </a:prstGeom>
          <a:noFill/>
        </p:spPr>
      </p:pic>
      <p:sp>
        <p:nvSpPr>
          <p:cNvPr id="7" name="Google Shape;136;p27"/>
          <p:cNvSpPr txBox="1">
            <a:spLocks noGrp="1"/>
          </p:cNvSpPr>
          <p:nvPr>
            <p:ph type="subTitle" idx="1"/>
          </p:nvPr>
        </p:nvSpPr>
        <p:spPr>
          <a:xfrm>
            <a:off x="4333462" y="1921615"/>
            <a:ext cx="3737113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/>
            <a:r>
              <a:rPr lang="es-ES" dirty="0"/>
              <a:t>     </a:t>
            </a:r>
          </a:p>
          <a:p>
            <a:pPr algn="l"/>
            <a:r>
              <a:rPr lang="es-ES" dirty="0"/>
              <a:t>     </a:t>
            </a:r>
            <a:r>
              <a:rPr lang="es-ES" b="1" dirty="0"/>
              <a:t>“Si no sabes explicarlo de un modo simple, no lo entiendes bien...”   </a:t>
            </a:r>
          </a:p>
          <a:p>
            <a:pPr algn="l"/>
            <a:r>
              <a:rPr lang="es-ES" dirty="0"/>
              <a:t>       </a:t>
            </a:r>
          </a:p>
          <a:p>
            <a:pPr algn="l"/>
            <a:r>
              <a:rPr lang="es-ES" dirty="0"/>
              <a:t>                                               –Albert Einstein</a:t>
            </a:r>
          </a:p>
          <a:p>
            <a:pPr algn="l"/>
            <a:br>
              <a:rPr lang="es-ES" dirty="0"/>
            </a:br>
            <a:endParaRPr dirty="0"/>
          </a:p>
        </p:txBody>
      </p:sp>
      <p:pic>
        <p:nvPicPr>
          <p:cNvPr id="26626" name="Picture 2" descr="Reconocer los diferentes tipos de datos, indispensable en la era del Big  Data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33872" y="1396958"/>
            <a:ext cx="3805398" cy="2757599"/>
          </a:xfrm>
          <a:prstGeom prst="rect">
            <a:avLst/>
          </a:prstGeom>
          <a:noFill/>
        </p:spPr>
      </p:pic>
      <p:sp>
        <p:nvSpPr>
          <p:cNvPr id="8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603;p42"/>
          <p:cNvSpPr txBox="1"/>
          <p:nvPr/>
        </p:nvSpPr>
        <p:spPr>
          <a:xfrm>
            <a:off x="2005338" y="1970033"/>
            <a:ext cx="5967741" cy="1182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Podrás Generar soluciones innovadoras y de valor ante las problemáticas del entorno, a través de un proceso sistemático que incorpora la validación y el aprendizaje en situaciones positivas y adversas. </a:t>
            </a:r>
          </a:p>
          <a:p>
            <a:pPr algn="just"/>
            <a:endParaRPr lang="en-US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lvl="0">
              <a:spcAft>
                <a:spcPts val="1600"/>
              </a:spcAft>
            </a:pPr>
            <a:endParaRPr lang="es-ES" dirty="0">
              <a:solidFill>
                <a:srgbClr val="F3F3F3"/>
              </a:solidFill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sp>
        <p:nvSpPr>
          <p:cNvPr id="34" name="Google Shape;1711;p42"/>
          <p:cNvSpPr txBox="1"/>
          <p:nvPr/>
        </p:nvSpPr>
        <p:spPr>
          <a:xfrm>
            <a:off x="2076925" y="1684270"/>
            <a:ext cx="6304946" cy="3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54850" rIns="91425" bIns="0" anchor="t" anchorCtr="0">
            <a:noAutofit/>
          </a:bodyPr>
          <a:lstStyle/>
          <a:p>
            <a:pPr lvl="0">
              <a:spcAft>
                <a:spcPts val="1600"/>
              </a:spcAft>
            </a:pPr>
            <a:r>
              <a:rPr lang="es-ES" sz="22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Objetivo principal del Curso</a:t>
            </a:r>
            <a:endParaRPr sz="2200" b="1" dirty="0">
              <a:solidFill>
                <a:srgbClr val="F3F3F3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pic>
        <p:nvPicPr>
          <p:cNvPr id="37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pic>
        <p:nvPicPr>
          <p:cNvPr id="28674" name="Picture 2" descr="Idea y objetivo concepto | Vector Premium"/>
          <p:cNvPicPr>
            <a:picLocks noChangeAspect="1" noChangeArrowheads="1"/>
          </p:cNvPicPr>
          <p:nvPr/>
        </p:nvPicPr>
        <p:blipFill>
          <a:blip r:embed="rId4"/>
          <a:srcRect b="4570"/>
          <a:stretch>
            <a:fillRect/>
          </a:stretch>
        </p:blipFill>
        <p:spPr bwMode="auto">
          <a:xfrm>
            <a:off x="884583" y="1794008"/>
            <a:ext cx="958465" cy="914664"/>
          </a:xfrm>
          <a:prstGeom prst="rect">
            <a:avLst/>
          </a:prstGeom>
          <a:noFill/>
        </p:spPr>
      </p:pic>
      <p:sp>
        <p:nvSpPr>
          <p:cNvPr id="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solidFill>
            <a:srgbClr val="FFFFFF">
              <a:alpha val="450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tabLst/>
              <a:defRPr/>
            </a:pPr>
            <a:r>
              <a:rPr kumimoji="0" lang="es-ES" sz="13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3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3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  <a:br>
              <a:rPr kumimoji="0" lang="es-ES" sz="13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3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</p:spTree>
    <p:extLst>
      <p:ext uri="{BB962C8B-B14F-4D97-AF65-F5344CB8AC3E}">
        <p14:creationId xmlns:p14="http://schemas.microsoft.com/office/powerpoint/2010/main" val="73512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603;p42"/>
          <p:cNvSpPr txBox="1"/>
          <p:nvPr/>
        </p:nvSpPr>
        <p:spPr>
          <a:xfrm>
            <a:off x="2005338" y="1848402"/>
            <a:ext cx="5967741" cy="88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Gestionarás la </a:t>
            </a:r>
            <a:r>
              <a:rPr lang="es-ES" sz="1600" b="1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plataforma tecnológica de Analítica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 Negocios de acuerdo a la estrategia de la organización. </a:t>
            </a:r>
            <a:endParaRPr lang="es-ES" dirty="0">
              <a:solidFill>
                <a:srgbClr val="F3F3F3"/>
              </a:solidFill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sp>
        <p:nvSpPr>
          <p:cNvPr id="34" name="Google Shape;1711;p42"/>
          <p:cNvSpPr txBox="1"/>
          <p:nvPr/>
        </p:nvSpPr>
        <p:spPr>
          <a:xfrm>
            <a:off x="2076925" y="1415917"/>
            <a:ext cx="6304946" cy="3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54850" rIns="91425" bIns="0" anchor="t" anchorCtr="0">
            <a:noAutofit/>
          </a:bodyPr>
          <a:lstStyle/>
          <a:p>
            <a:pPr lvl="0">
              <a:spcAft>
                <a:spcPts val="1600"/>
              </a:spcAft>
            </a:pPr>
            <a:r>
              <a:rPr lang="es-ES" sz="22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Objetivos particulares del curso</a:t>
            </a:r>
            <a:endParaRPr sz="2200" b="1" dirty="0">
              <a:solidFill>
                <a:srgbClr val="F3F3F3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pic>
        <p:nvPicPr>
          <p:cNvPr id="28674" name="Picture 2" descr="Idea y objetivo concepto | Vector Premium"/>
          <p:cNvPicPr>
            <a:picLocks noChangeAspect="1" noChangeArrowheads="1"/>
          </p:cNvPicPr>
          <p:nvPr/>
        </p:nvPicPr>
        <p:blipFill>
          <a:blip r:embed="rId3"/>
          <a:srcRect b="4570"/>
          <a:stretch>
            <a:fillRect/>
          </a:stretch>
        </p:blipFill>
        <p:spPr bwMode="auto">
          <a:xfrm>
            <a:off x="1302027" y="2050064"/>
            <a:ext cx="557213" cy="531749"/>
          </a:xfrm>
          <a:prstGeom prst="rect">
            <a:avLst/>
          </a:prstGeom>
          <a:noFill/>
        </p:spPr>
      </p:pic>
      <p:sp>
        <p:nvSpPr>
          <p:cNvPr id="6" name="Google Shape;1603;p42"/>
          <p:cNvSpPr txBox="1"/>
          <p:nvPr/>
        </p:nvSpPr>
        <p:spPr>
          <a:xfrm>
            <a:off x="2038469" y="2712155"/>
            <a:ext cx="5967741" cy="88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Propondrás la configuración de las plataformas tecnológicas orientada a la </a:t>
            </a:r>
            <a:r>
              <a:rPr lang="es-ES" sz="1600" b="1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ejecución eficiente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 la estrategia de Analítica de Negocios. </a:t>
            </a:r>
            <a:endParaRPr lang="es-ES" dirty="0">
              <a:solidFill>
                <a:srgbClr val="F3F3F3"/>
              </a:solidFill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pic>
        <p:nvPicPr>
          <p:cNvPr id="7" name="Picture 2" descr="Idea y objetivo concepto | Vector Premium"/>
          <p:cNvPicPr>
            <a:picLocks noChangeAspect="1" noChangeArrowheads="1"/>
          </p:cNvPicPr>
          <p:nvPr/>
        </p:nvPicPr>
        <p:blipFill>
          <a:blip r:embed="rId3"/>
          <a:srcRect b="4570"/>
          <a:stretch>
            <a:fillRect/>
          </a:stretch>
        </p:blipFill>
        <p:spPr bwMode="auto">
          <a:xfrm>
            <a:off x="1325218" y="2864121"/>
            <a:ext cx="557213" cy="531749"/>
          </a:xfrm>
          <a:prstGeom prst="rect">
            <a:avLst/>
          </a:prstGeom>
          <a:noFill/>
        </p:spPr>
      </p:pic>
      <p:sp>
        <p:nvSpPr>
          <p:cNvPr id="8" name="Google Shape;1603;p42"/>
          <p:cNvSpPr txBox="1"/>
          <p:nvPr/>
        </p:nvSpPr>
        <p:spPr>
          <a:xfrm>
            <a:off x="2021904" y="3591528"/>
            <a:ext cx="5967741" cy="88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Generarás soluciones innovadoras y versátiles en entornos cambiantes que crean valor e impactan positivamente a la sociedad.</a:t>
            </a:r>
            <a:endParaRPr lang="es-ES" dirty="0">
              <a:solidFill>
                <a:srgbClr val="F3F3F3"/>
              </a:solidFill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pic>
        <p:nvPicPr>
          <p:cNvPr id="9" name="Picture 2" descr="Idea y objetivo concepto | Vector Premium"/>
          <p:cNvPicPr>
            <a:picLocks noChangeAspect="1" noChangeArrowheads="1"/>
          </p:cNvPicPr>
          <p:nvPr/>
        </p:nvPicPr>
        <p:blipFill>
          <a:blip r:embed="rId3"/>
          <a:srcRect b="4570"/>
          <a:stretch>
            <a:fillRect/>
          </a:stretch>
        </p:blipFill>
        <p:spPr bwMode="auto">
          <a:xfrm>
            <a:off x="1308653" y="3743494"/>
            <a:ext cx="557213" cy="531749"/>
          </a:xfrm>
          <a:prstGeom prst="rect">
            <a:avLst/>
          </a:prstGeom>
          <a:noFill/>
        </p:spPr>
      </p:pic>
      <p:pic>
        <p:nvPicPr>
          <p:cNvPr id="10" name="Picture 4" descr="The Learning Gate | Tec de Monterrey"/>
          <p:cNvPicPr>
            <a:picLocks noChangeAspect="1" noChangeArrowheads="1"/>
          </p:cNvPicPr>
          <p:nvPr/>
        </p:nvPicPr>
        <p:blipFill>
          <a:blip r:embed="rId4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2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solidFill>
            <a:srgbClr val="FFFFFF">
              <a:alpha val="450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tabLst/>
              <a:defRPr/>
            </a:pPr>
            <a:r>
              <a:rPr kumimoji="0" lang="es-ES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  <a:br>
              <a:rPr kumimoji="0" lang="es-ES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</p:spTree>
    <p:extLst>
      <p:ext uri="{BB962C8B-B14F-4D97-AF65-F5344CB8AC3E}">
        <p14:creationId xmlns:p14="http://schemas.microsoft.com/office/powerpoint/2010/main" val="735122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33"/>
          <p:cNvSpPr txBox="1">
            <a:spLocks noGrp="1"/>
          </p:cNvSpPr>
          <p:nvPr>
            <p:ph type="title"/>
          </p:nvPr>
        </p:nvSpPr>
        <p:spPr>
          <a:xfrm>
            <a:off x="2219543" y="555558"/>
            <a:ext cx="1610139" cy="5834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AGENDA</a:t>
            </a:r>
            <a:endParaRPr dirty="0"/>
          </a:p>
        </p:txBody>
      </p:sp>
      <p:pic>
        <p:nvPicPr>
          <p:cNvPr id="6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pic>
        <p:nvPicPr>
          <p:cNvPr id="30722" name="Picture 2" descr="Trucos para organizar mejor la agenda de trabajo | Organizar tareas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15777" y="365697"/>
            <a:ext cx="1414807" cy="874608"/>
          </a:xfrm>
          <a:prstGeom prst="rect">
            <a:avLst/>
          </a:prstGeom>
          <a:noFill/>
        </p:spPr>
      </p:pic>
      <p:cxnSp>
        <p:nvCxnSpPr>
          <p:cNvPr id="8" name="Google Shape;137;p27"/>
          <p:cNvCxnSpPr/>
          <p:nvPr/>
        </p:nvCxnSpPr>
        <p:spPr>
          <a:xfrm>
            <a:off x="2025063" y="493156"/>
            <a:ext cx="0" cy="6306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7" name="Google Shape;136;p27"/>
          <p:cNvSpPr txBox="1">
            <a:spLocks/>
          </p:cNvSpPr>
          <p:nvPr/>
        </p:nvSpPr>
        <p:spPr>
          <a:xfrm>
            <a:off x="252248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a 2">
            <a:extLst>
              <a:ext uri="{FF2B5EF4-FFF2-40B4-BE49-F238E27FC236}">
                <a16:creationId xmlns:a16="http://schemas.microsoft.com/office/drawing/2014/main" id="{E73BA0E0-3208-7A85-012D-6F2EB12289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3587890"/>
              </p:ext>
            </p:extLst>
          </p:nvPr>
        </p:nvGraphicFramePr>
        <p:xfrm>
          <a:off x="756139" y="1357714"/>
          <a:ext cx="7631721" cy="3346440"/>
        </p:xfrm>
        <a:graphic>
          <a:graphicData uri="http://schemas.openxmlformats.org/drawingml/2006/table">
            <a:tbl>
              <a:tblPr firstRow="1" bandRow="1">
                <a:tableStyleId>{95E397FE-706D-4E7D-AA01-638484C1D090}</a:tableStyleId>
              </a:tblPr>
              <a:tblGrid>
                <a:gridCol w="6295292">
                  <a:extLst>
                    <a:ext uri="{9D8B030D-6E8A-4147-A177-3AD203B41FA5}">
                      <a16:colId xmlns:a16="http://schemas.microsoft.com/office/drawing/2014/main" val="77277633"/>
                    </a:ext>
                  </a:extLst>
                </a:gridCol>
                <a:gridCol w="1336429">
                  <a:extLst>
                    <a:ext uri="{9D8B030D-6E8A-4147-A177-3AD203B41FA5}">
                      <a16:colId xmlns:a16="http://schemas.microsoft.com/office/drawing/2014/main" val="2345045983"/>
                    </a:ext>
                  </a:extLst>
                </a:gridCol>
              </a:tblGrid>
              <a:tr h="334644">
                <a:tc>
                  <a:txBody>
                    <a:bodyPr/>
                    <a:lstStyle/>
                    <a:p>
                      <a:pPr algn="ctr"/>
                      <a:r>
                        <a:rPr lang="es-MX" sz="1400" b="1" i="0" u="none" strike="noStrike" cap="none" dirty="0">
                          <a:solidFill>
                            <a:schemeClr val="bg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I - Identificando Soluciones de Inteligencia de Negocio</a:t>
                      </a:r>
                      <a:endParaRPr lang="es-MX" b="1" dirty="0">
                        <a:solidFill>
                          <a:schemeClr val="bg1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7502488"/>
                  </a:ext>
                </a:extLst>
              </a:tr>
              <a:tr h="334644">
                <a:tc>
                  <a:txBody>
                    <a:bodyPr/>
                    <a:lstStyle/>
                    <a:p>
                      <a:r>
                        <a:rPr lang="es-ES" sz="1400" b="0" i="0" u="none" strike="noStrike" cap="none" dirty="0">
                          <a:solidFill>
                            <a:schemeClr val="tx2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1 - Un Marco de Referencia para los Sistemas de Inteligencia de Negocios</a:t>
                      </a:r>
                      <a:endParaRPr lang="es-MX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tx2"/>
                          </a:solidFill>
                        </a:rPr>
                        <a:t>Graciela</a:t>
                      </a:r>
                      <a:endParaRPr lang="es-MX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4741262"/>
                  </a:ext>
                </a:extLst>
              </a:tr>
              <a:tr h="334644">
                <a:tc>
                  <a:txBody>
                    <a:bodyPr/>
                    <a:lstStyle/>
                    <a:p>
                      <a:r>
                        <a:rPr lang="es-ES" sz="1400" b="0" i="0" u="none" strike="noStrike" cap="none" dirty="0">
                          <a:solidFill>
                            <a:schemeClr val="tx2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2 - La Tecnología en la Toma de Decisiones</a:t>
                      </a:r>
                      <a:endParaRPr lang="es-MX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tx2"/>
                          </a:solidFill>
                        </a:rPr>
                        <a:t>Alfredo</a:t>
                      </a:r>
                      <a:endParaRPr lang="es-MX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3342151"/>
                  </a:ext>
                </a:extLst>
              </a:tr>
              <a:tr h="334644">
                <a:tc>
                  <a:txBody>
                    <a:bodyPr/>
                    <a:lstStyle/>
                    <a:p>
                      <a:r>
                        <a:rPr lang="es-ES" sz="1400" b="0" i="0" u="none" strike="noStrike" cap="none" dirty="0">
                          <a:solidFill>
                            <a:schemeClr val="tx2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3 - Analítica de Datos en los Negocios</a:t>
                      </a:r>
                      <a:endParaRPr lang="es-MX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tx2"/>
                          </a:solidFill>
                        </a:rPr>
                        <a:t>Alfredo</a:t>
                      </a:r>
                      <a:endParaRPr lang="es-MX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6851197"/>
                  </a:ext>
                </a:extLst>
              </a:tr>
              <a:tr h="334644">
                <a:tc>
                  <a:txBody>
                    <a:bodyPr/>
                    <a:lstStyle/>
                    <a:p>
                      <a:pPr algn="ctr"/>
                      <a:r>
                        <a:rPr lang="es-ES" sz="1400" b="1" i="0" u="none" strike="noStrike" cap="none" dirty="0">
                          <a:solidFill>
                            <a:schemeClr val="bg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II - Valuación y Priorización Proyectos de Inteligencia de Negocios</a:t>
                      </a:r>
                      <a:endParaRPr lang="es-MX" b="1" dirty="0">
                        <a:solidFill>
                          <a:schemeClr val="bg1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8271450"/>
                  </a:ext>
                </a:extLst>
              </a:tr>
              <a:tr h="334644">
                <a:tc>
                  <a:txBody>
                    <a:bodyPr/>
                    <a:lstStyle/>
                    <a:p>
                      <a:r>
                        <a:rPr lang="es-ES" sz="1400" b="0" i="0" u="none" strike="noStrike" cap="none" dirty="0">
                          <a:solidFill>
                            <a:schemeClr val="tx2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4 - Análisis de Costos y Beneficios un Proyecto Tecnológico</a:t>
                      </a:r>
                      <a:endParaRPr lang="es-MX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tx2"/>
                          </a:solidFill>
                        </a:rPr>
                        <a:t>Elena</a:t>
                      </a:r>
                      <a:endParaRPr lang="es-MX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177979"/>
                  </a:ext>
                </a:extLst>
              </a:tr>
              <a:tr h="334644">
                <a:tc>
                  <a:txBody>
                    <a:bodyPr/>
                    <a:lstStyle/>
                    <a:p>
                      <a:r>
                        <a:rPr lang="es-ES" sz="1400" b="0" i="0" u="none" strike="noStrike" cap="none" dirty="0">
                          <a:solidFill>
                            <a:schemeClr val="tx2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5 - Análisis Cuantitativo de Proyectos</a:t>
                      </a:r>
                      <a:endParaRPr lang="es-MX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ES" dirty="0">
                          <a:solidFill>
                            <a:schemeClr val="tx2"/>
                          </a:solidFill>
                        </a:rPr>
                        <a:t>Elena</a:t>
                      </a:r>
                      <a:endParaRPr lang="es-MX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5747670"/>
                  </a:ext>
                </a:extLst>
              </a:tr>
              <a:tr h="334644">
                <a:tc>
                  <a:txBody>
                    <a:bodyPr/>
                    <a:lstStyle/>
                    <a:p>
                      <a:r>
                        <a:rPr lang="es-ES" sz="1400" b="0" i="0" u="none" strike="noStrike" cap="none" dirty="0">
                          <a:solidFill>
                            <a:schemeClr val="tx2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6 - Análisis Cualitativo de Proyectos</a:t>
                      </a:r>
                      <a:endParaRPr lang="es-MX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ES" dirty="0">
                          <a:solidFill>
                            <a:schemeClr val="tx2"/>
                          </a:solidFill>
                        </a:rPr>
                        <a:t>Elena</a:t>
                      </a:r>
                      <a:endParaRPr lang="es-MX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1017099"/>
                  </a:ext>
                </a:extLst>
              </a:tr>
              <a:tr h="334644">
                <a:tc>
                  <a:txBody>
                    <a:bodyPr/>
                    <a:lstStyle/>
                    <a:p>
                      <a:pPr algn="ctr"/>
                      <a:r>
                        <a:rPr lang="es-ES" sz="1400" b="1" i="0" u="none" strike="noStrike" cap="none" dirty="0">
                          <a:solidFill>
                            <a:schemeClr val="bg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III - Desarrollo de Soluciones de Inteligencia de Negocios</a:t>
                      </a:r>
                      <a:endParaRPr lang="es-MX" b="1" dirty="0">
                        <a:solidFill>
                          <a:schemeClr val="bg1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738457"/>
                  </a:ext>
                </a:extLst>
              </a:tr>
              <a:tr h="334644">
                <a:tc>
                  <a:txBody>
                    <a:bodyPr/>
                    <a:lstStyle/>
                    <a:p>
                      <a:r>
                        <a:rPr lang="es-ES" sz="1400" b="0" i="0" u="none" strike="noStrike" cap="none" dirty="0">
                          <a:solidFill>
                            <a:schemeClr val="tx2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7 - Desarrollo y Operación de Soluciones Tecnológicas en la Organización</a:t>
                      </a:r>
                      <a:endParaRPr lang="es-MX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tx2"/>
                          </a:solidFill>
                        </a:rPr>
                        <a:t>Alfredo</a:t>
                      </a:r>
                      <a:endParaRPr lang="es-MX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74053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07811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33"/>
          <p:cNvSpPr txBox="1">
            <a:spLocks noGrp="1"/>
          </p:cNvSpPr>
          <p:nvPr>
            <p:ph type="title"/>
          </p:nvPr>
        </p:nvSpPr>
        <p:spPr>
          <a:xfrm>
            <a:off x="2219543" y="555558"/>
            <a:ext cx="1610139" cy="5834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AGENDA</a:t>
            </a:r>
            <a:endParaRPr dirty="0"/>
          </a:p>
        </p:txBody>
      </p:sp>
      <p:pic>
        <p:nvPicPr>
          <p:cNvPr id="6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pic>
        <p:nvPicPr>
          <p:cNvPr id="30722" name="Picture 2" descr="Trucos para organizar mejor la agenda de trabajo | Organizar tareas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15777" y="365697"/>
            <a:ext cx="1414807" cy="874608"/>
          </a:xfrm>
          <a:prstGeom prst="rect">
            <a:avLst/>
          </a:prstGeom>
          <a:noFill/>
        </p:spPr>
      </p:pic>
      <p:cxnSp>
        <p:nvCxnSpPr>
          <p:cNvPr id="8" name="Google Shape;137;p27"/>
          <p:cNvCxnSpPr/>
          <p:nvPr/>
        </p:nvCxnSpPr>
        <p:spPr>
          <a:xfrm>
            <a:off x="2025063" y="493156"/>
            <a:ext cx="0" cy="6306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7" name="Google Shape;136;p27"/>
          <p:cNvSpPr txBox="1">
            <a:spLocks/>
          </p:cNvSpPr>
          <p:nvPr/>
        </p:nvSpPr>
        <p:spPr>
          <a:xfrm>
            <a:off x="170187" y="5063460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a 2">
            <a:extLst>
              <a:ext uri="{FF2B5EF4-FFF2-40B4-BE49-F238E27FC236}">
                <a16:creationId xmlns:a16="http://schemas.microsoft.com/office/drawing/2014/main" id="{E73BA0E0-3208-7A85-012D-6F2EB12289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5040614"/>
              </p:ext>
            </p:extLst>
          </p:nvPr>
        </p:nvGraphicFramePr>
        <p:xfrm>
          <a:off x="430353" y="1267464"/>
          <a:ext cx="8388931" cy="3745860"/>
        </p:xfrm>
        <a:graphic>
          <a:graphicData uri="http://schemas.openxmlformats.org/drawingml/2006/table">
            <a:tbl>
              <a:tblPr firstRow="1" bandRow="1">
                <a:tableStyleId>{95E397FE-706D-4E7D-AA01-638484C1D090}</a:tableStyleId>
              </a:tblPr>
              <a:tblGrid>
                <a:gridCol w="7058660">
                  <a:extLst>
                    <a:ext uri="{9D8B030D-6E8A-4147-A177-3AD203B41FA5}">
                      <a16:colId xmlns:a16="http://schemas.microsoft.com/office/drawing/2014/main" val="77277633"/>
                    </a:ext>
                  </a:extLst>
                </a:gridCol>
                <a:gridCol w="1330271">
                  <a:extLst>
                    <a:ext uri="{9D8B030D-6E8A-4147-A177-3AD203B41FA5}">
                      <a16:colId xmlns:a16="http://schemas.microsoft.com/office/drawing/2014/main" val="2345045983"/>
                    </a:ext>
                  </a:extLst>
                </a:gridCol>
              </a:tblGrid>
              <a:tr h="334644">
                <a:tc>
                  <a:txBody>
                    <a:bodyPr/>
                    <a:lstStyle/>
                    <a:p>
                      <a:pPr algn="l"/>
                      <a:r>
                        <a:rPr lang="es-ES" sz="1400" b="0" i="0" u="none" strike="noStrike" cap="none" dirty="0">
                          <a:solidFill>
                            <a:schemeClr val="tx2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8 - Herramientas de Administración de Proyectos y Administración de Riesgos</a:t>
                      </a:r>
                      <a:endParaRPr lang="es-MX" b="1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ES" dirty="0">
                          <a:solidFill>
                            <a:schemeClr val="tx2"/>
                          </a:solidFill>
                        </a:rPr>
                        <a:t>Elena</a:t>
                      </a:r>
                      <a:endParaRPr lang="es-MX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7502488"/>
                  </a:ext>
                </a:extLst>
              </a:tr>
              <a:tr h="334644">
                <a:tc>
                  <a:txBody>
                    <a:bodyPr/>
                    <a:lstStyle/>
                    <a:p>
                      <a:r>
                        <a:rPr lang="es-MX" sz="1400" b="0" i="0" u="none" strike="noStrike" cap="none" dirty="0">
                          <a:solidFill>
                            <a:schemeClr val="tx2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9 - Infraestructura Tecnológica</a:t>
                      </a:r>
                      <a:endParaRPr lang="es-MX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ES" dirty="0">
                          <a:solidFill>
                            <a:schemeClr val="tx2"/>
                          </a:solidFill>
                        </a:rPr>
                        <a:t>Graciela</a:t>
                      </a:r>
                      <a:endParaRPr lang="es-MX" dirty="0">
                        <a:solidFill>
                          <a:schemeClr val="tx2"/>
                        </a:solidFill>
                      </a:endParaRPr>
                    </a:p>
                    <a:p>
                      <a:pPr algn="ctr"/>
                      <a:endParaRPr lang="es-MX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4741262"/>
                  </a:ext>
                </a:extLst>
              </a:tr>
              <a:tr h="334644">
                <a:tc>
                  <a:txBody>
                    <a:bodyPr/>
                    <a:lstStyle/>
                    <a:p>
                      <a:pPr algn="ctr"/>
                      <a:r>
                        <a:rPr lang="es-ES" sz="1400" b="1" i="0" u="none" strike="noStrike" cap="none" dirty="0">
                          <a:solidFill>
                            <a:schemeClr val="bg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IV - La Industria de la Tecnología de Información</a:t>
                      </a:r>
                      <a:endParaRPr lang="es-MX" b="1" dirty="0">
                        <a:solidFill>
                          <a:schemeClr val="bg1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3342151"/>
                  </a:ext>
                </a:extLst>
              </a:tr>
              <a:tr h="334644">
                <a:tc>
                  <a:txBody>
                    <a:bodyPr/>
                    <a:lstStyle/>
                    <a:p>
                      <a:r>
                        <a:rPr lang="es-ES" sz="1400" b="0" i="0" u="none" strike="noStrike" cap="none" dirty="0">
                          <a:solidFill>
                            <a:schemeClr val="tx2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10 - El Proceso de Compra de Tecnología</a:t>
                      </a:r>
                      <a:endParaRPr lang="es-MX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ES" dirty="0">
                          <a:solidFill>
                            <a:schemeClr val="tx2"/>
                          </a:solidFill>
                        </a:rPr>
                        <a:t>Graciela</a:t>
                      </a:r>
                      <a:endParaRPr lang="es-MX" dirty="0">
                        <a:solidFill>
                          <a:schemeClr val="tx2"/>
                        </a:solidFill>
                      </a:endParaRPr>
                    </a:p>
                    <a:p>
                      <a:pPr algn="ctr"/>
                      <a:endParaRPr lang="es-MX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6851197"/>
                  </a:ext>
                </a:extLst>
              </a:tr>
              <a:tr h="334644">
                <a:tc>
                  <a:txBody>
                    <a:bodyPr/>
                    <a:lstStyle/>
                    <a:p>
                      <a:pPr algn="l"/>
                      <a:r>
                        <a:rPr lang="es-ES" sz="1400" b="0" i="0" u="none" strike="noStrike" cap="none" dirty="0">
                          <a:solidFill>
                            <a:schemeClr val="tx2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11 - El Papel de los Socios Tecnológicos y las Certificaciones de Calidad en la Operación</a:t>
                      </a:r>
                      <a:endParaRPr lang="es-MX" b="1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ES" dirty="0">
                          <a:solidFill>
                            <a:schemeClr val="tx2"/>
                          </a:solidFill>
                        </a:rPr>
                        <a:t>Elena</a:t>
                      </a:r>
                      <a:endParaRPr lang="es-MX" dirty="0">
                        <a:solidFill>
                          <a:schemeClr val="tx2"/>
                        </a:solidFill>
                      </a:endParaRPr>
                    </a:p>
                    <a:p>
                      <a:pPr algn="ctr"/>
                      <a:endParaRPr lang="es-MX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8271450"/>
                  </a:ext>
                </a:extLst>
              </a:tr>
              <a:tr h="334644">
                <a:tc>
                  <a:txBody>
                    <a:bodyPr/>
                    <a:lstStyle/>
                    <a:p>
                      <a:r>
                        <a:rPr lang="es-ES" sz="1400" b="0" i="0" u="none" strike="noStrike" cap="none" dirty="0">
                          <a:solidFill>
                            <a:schemeClr val="tx2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12 - Tecnologías Emergentes en Inteligencia de Negocios</a:t>
                      </a:r>
                      <a:endParaRPr lang="es-MX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tx2"/>
                          </a:solidFill>
                        </a:rPr>
                        <a:t>Alfredo</a:t>
                      </a:r>
                      <a:endParaRPr lang="es-MX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177979"/>
                  </a:ext>
                </a:extLst>
              </a:tr>
              <a:tr h="334644">
                <a:tc>
                  <a:txBody>
                    <a:bodyPr/>
                    <a:lstStyle/>
                    <a:p>
                      <a:pPr algn="ctr"/>
                      <a:r>
                        <a:rPr lang="es-ES" sz="1400" b="1" i="0" u="none" strike="noStrike" cap="none" dirty="0">
                          <a:solidFill>
                            <a:schemeClr val="bg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V - Siguientes Pasos Para la Inteligencia de Negocios</a:t>
                      </a:r>
                      <a:endParaRPr lang="es-MX" b="1" dirty="0">
                        <a:solidFill>
                          <a:schemeClr val="bg1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s-MX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5747670"/>
                  </a:ext>
                </a:extLst>
              </a:tr>
              <a:tr h="334644">
                <a:tc>
                  <a:txBody>
                    <a:bodyPr/>
                    <a:lstStyle/>
                    <a:p>
                      <a:r>
                        <a:rPr lang="es-ES" sz="1400" b="0" i="0" u="none" strike="noStrike" cap="none" dirty="0">
                          <a:solidFill>
                            <a:schemeClr val="tx2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13 - Gestión de la Introducción de Innovaciones Tecnológicas en las Organizaciones</a:t>
                      </a:r>
                      <a:endParaRPr lang="es-MX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ES" dirty="0">
                          <a:solidFill>
                            <a:schemeClr val="tx2"/>
                          </a:solidFill>
                        </a:rPr>
                        <a:t>Graciela</a:t>
                      </a:r>
                      <a:endParaRPr lang="es-MX" dirty="0">
                        <a:solidFill>
                          <a:schemeClr val="tx2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s-MX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1017099"/>
                  </a:ext>
                </a:extLst>
              </a:tr>
              <a:tr h="334644">
                <a:tc>
                  <a:txBody>
                    <a:bodyPr/>
                    <a:lstStyle/>
                    <a:p>
                      <a:r>
                        <a:rPr lang="es-ES" sz="1400" b="0" i="0" u="none" strike="noStrike" cap="none" dirty="0">
                          <a:solidFill>
                            <a:schemeClr val="tx2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14 - El Futuro de las Tecnologías de Información y su Impacto en las Empresas</a:t>
                      </a:r>
                      <a:endParaRPr lang="es-MX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tx2"/>
                          </a:solidFill>
                        </a:rPr>
                        <a:t>Graciela</a:t>
                      </a:r>
                      <a:endParaRPr lang="es-MX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74053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2444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33"/>
          <p:cNvSpPr txBox="1">
            <a:spLocks noGrp="1"/>
          </p:cNvSpPr>
          <p:nvPr>
            <p:ph type="title"/>
          </p:nvPr>
        </p:nvSpPr>
        <p:spPr>
          <a:xfrm>
            <a:off x="2073606" y="324143"/>
            <a:ext cx="1610139" cy="5834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AGENDA</a:t>
            </a:r>
            <a:endParaRPr dirty="0"/>
          </a:p>
        </p:txBody>
      </p:sp>
      <p:graphicFrame>
        <p:nvGraphicFramePr>
          <p:cNvPr id="647" name="Google Shape;647;p33"/>
          <p:cNvGraphicFramePr/>
          <p:nvPr>
            <p:extLst>
              <p:ext uri="{D42A27DB-BD31-4B8C-83A1-F6EECF244321}">
                <p14:modId xmlns:p14="http://schemas.microsoft.com/office/powerpoint/2010/main" val="604280056"/>
              </p:ext>
            </p:extLst>
          </p:nvPr>
        </p:nvGraphicFramePr>
        <p:xfrm>
          <a:off x="890955" y="1174356"/>
          <a:ext cx="7748952" cy="3566100"/>
        </p:xfrm>
        <a:graphic>
          <a:graphicData uri="http://schemas.openxmlformats.org/drawingml/2006/table">
            <a:tbl>
              <a:tblPr>
                <a:noFill/>
                <a:tableStyleId>{95E397FE-706D-4E7D-AA01-638484C1D090}</a:tableStyleId>
              </a:tblPr>
              <a:tblGrid>
                <a:gridCol w="1937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72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7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372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170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 b="1" dirty="0">
                          <a:solidFill>
                            <a:srgbClr val="F3F3F3"/>
                          </a:solidFill>
                          <a:latin typeface="Rajdhani"/>
                          <a:ea typeface="Rajdhani"/>
                          <a:cs typeface="Rajdhani"/>
                          <a:sym typeface="Rajdhani"/>
                        </a:rPr>
                        <a:t>M1</a:t>
                      </a:r>
                      <a:endParaRPr sz="3000" b="1" dirty="0">
                        <a:solidFill>
                          <a:srgbClr val="F3F3F3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>
                        <a:alpha val="265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 b="1" dirty="0">
                          <a:solidFill>
                            <a:srgbClr val="F3F3F3"/>
                          </a:solidFill>
                          <a:latin typeface="Rajdhani"/>
                          <a:ea typeface="Rajdhani"/>
                          <a:cs typeface="Rajdhani"/>
                          <a:sym typeface="Rajdhani"/>
                        </a:rPr>
                        <a:t>M3</a:t>
                      </a:r>
                      <a:endParaRPr sz="3000" b="1" dirty="0">
                        <a:solidFill>
                          <a:srgbClr val="F3F3F3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>
                        <a:alpha val="265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 b="1" dirty="0">
                          <a:solidFill>
                            <a:srgbClr val="F3F3F3"/>
                          </a:solidFill>
                          <a:latin typeface="Rajdhani"/>
                          <a:ea typeface="Rajdhani"/>
                          <a:cs typeface="Rajdhani"/>
                          <a:sym typeface="Rajdhani"/>
                        </a:rPr>
                        <a:t>M4</a:t>
                      </a:r>
                      <a:endParaRPr sz="3000" b="1" dirty="0">
                        <a:solidFill>
                          <a:srgbClr val="F3F3F3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>
                        <a:alpha val="265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b="1" dirty="0">
                          <a:solidFill>
                            <a:srgbClr val="F3F3F3"/>
                          </a:solidFill>
                          <a:latin typeface="Rajdhani"/>
                          <a:ea typeface="Rajdhani"/>
                          <a:cs typeface="Rajdhani"/>
                          <a:sym typeface="Rajdhani"/>
                        </a:rPr>
                        <a:t>RETO</a:t>
                      </a:r>
                      <a:endParaRPr sz="3000" b="1" dirty="0">
                        <a:solidFill>
                          <a:srgbClr val="F3F3F3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>
                        <a:alpha val="2657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728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rgbClr val="F3F3F3"/>
                          </a:solidFill>
                          <a:latin typeface="Fira Sans Condensed Light"/>
                          <a:ea typeface="Fira Sans Condensed Light"/>
                          <a:cs typeface="Fira Sans Condensed Light"/>
                          <a:sym typeface="Fira Sans Condensed Light"/>
                        </a:rPr>
                        <a:t>Identificando</a:t>
                      </a:r>
                      <a:r>
                        <a:rPr lang="en-US" sz="1200" b="1" dirty="0">
                          <a:solidFill>
                            <a:srgbClr val="F3F3F3"/>
                          </a:solidFill>
                          <a:latin typeface="Fira Sans Condensed Light"/>
                          <a:ea typeface="Fira Sans Condensed Light"/>
                          <a:cs typeface="Fira Sans Condensed Light"/>
                          <a:sym typeface="Fira Sans Condensed Light"/>
                        </a:rPr>
                        <a:t> </a:t>
                      </a:r>
                      <a:r>
                        <a:rPr lang="en-US" sz="1200" b="1" dirty="0" err="1">
                          <a:solidFill>
                            <a:srgbClr val="F3F3F3"/>
                          </a:solidFill>
                          <a:latin typeface="Fira Sans Condensed Light"/>
                          <a:ea typeface="Fira Sans Condensed Light"/>
                          <a:cs typeface="Fira Sans Condensed Light"/>
                          <a:sym typeface="Fira Sans Condensed Light"/>
                        </a:rPr>
                        <a:t>Soluciones</a:t>
                      </a:r>
                      <a:r>
                        <a:rPr lang="en-US" sz="1200" b="1" dirty="0">
                          <a:solidFill>
                            <a:srgbClr val="F3F3F3"/>
                          </a:solidFill>
                          <a:latin typeface="Fira Sans Condensed Light"/>
                          <a:ea typeface="Fira Sans Condensed Light"/>
                          <a:cs typeface="Fira Sans Condensed Light"/>
                          <a:sym typeface="Fira Sans Condensed Light"/>
                        </a:rPr>
                        <a:t> de </a:t>
                      </a:r>
                      <a:r>
                        <a:rPr lang="en-US" sz="1200" b="1" dirty="0" err="1">
                          <a:solidFill>
                            <a:srgbClr val="F3F3F3"/>
                          </a:solidFill>
                          <a:latin typeface="Fira Sans Condensed Light"/>
                          <a:ea typeface="Fira Sans Condensed Light"/>
                          <a:cs typeface="Fira Sans Condensed Light"/>
                          <a:sym typeface="Fira Sans Condensed Light"/>
                        </a:rPr>
                        <a:t>Inteligencia</a:t>
                      </a:r>
                      <a:r>
                        <a:rPr lang="en-US" sz="1200" b="1" dirty="0">
                          <a:solidFill>
                            <a:srgbClr val="F3F3F3"/>
                          </a:solidFill>
                          <a:latin typeface="Fira Sans Condensed Light"/>
                          <a:ea typeface="Fira Sans Condensed Light"/>
                          <a:cs typeface="Fira Sans Condensed Light"/>
                          <a:sym typeface="Fira Sans Condensed Light"/>
                        </a:rPr>
                        <a:t> de </a:t>
                      </a:r>
                      <a:r>
                        <a:rPr lang="en-US" sz="1200" b="1" dirty="0" err="1">
                          <a:solidFill>
                            <a:srgbClr val="F3F3F3"/>
                          </a:solidFill>
                          <a:latin typeface="Fira Sans Condensed Light"/>
                          <a:ea typeface="Fira Sans Condensed Light"/>
                          <a:cs typeface="Fira Sans Condensed Light"/>
                          <a:sym typeface="Fira Sans Condensed Light"/>
                        </a:rPr>
                        <a:t>Negocio</a:t>
                      </a:r>
                      <a:endParaRPr lang="en-US" sz="1200" b="1" dirty="0">
                        <a:solidFill>
                          <a:srgbClr val="F3F3F3"/>
                        </a:solidFill>
                        <a:latin typeface="Fira Sans Condensed Light"/>
                        <a:ea typeface="Fira Sans Condensed Light"/>
                        <a:cs typeface="Fira Sans Condensed Light"/>
                        <a:sym typeface="Fira Sans Condensed Light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1" dirty="0">
                        <a:solidFill>
                          <a:srgbClr val="F3F3F3"/>
                        </a:solidFill>
                        <a:latin typeface="Fira Sans Condensed Light"/>
                        <a:ea typeface="Fira Sans Condensed Light"/>
                        <a:cs typeface="Fira Sans Condensed Light"/>
                        <a:sym typeface="Fira Sans Condensed Light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baseline="0" dirty="0" err="1">
                          <a:solidFill>
                            <a:srgbClr val="F3F3F3"/>
                          </a:solidFill>
                          <a:latin typeface="Fira Sans Condensed Light"/>
                          <a:ea typeface="Fira Sans Condensed Light"/>
                          <a:cs typeface="Fira Sans Condensed Light"/>
                          <a:sym typeface="Fira Sans Condensed Light"/>
                        </a:rPr>
                        <a:t>Presencial</a:t>
                      </a:r>
                      <a:endParaRPr lang="en-US" sz="1200" b="1" dirty="0">
                        <a:solidFill>
                          <a:srgbClr val="F3F3F3"/>
                        </a:solidFill>
                        <a:latin typeface="Fira Sans Condensed Light"/>
                        <a:ea typeface="Fira Sans Condensed Light"/>
                        <a:cs typeface="Fira Sans Condensed Light"/>
                        <a:sym typeface="Fira Sans Condensed Light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aseline="0" dirty="0" err="1">
                          <a:solidFill>
                            <a:srgbClr val="F3F3F3"/>
                          </a:solidFill>
                          <a:latin typeface="Fira Sans Condensed Light"/>
                          <a:ea typeface="Fira Sans Condensed Light"/>
                          <a:cs typeface="Fira Sans Condensed Light"/>
                          <a:sym typeface="Fira Sans Condensed Light"/>
                        </a:rPr>
                        <a:t>Miércoles</a:t>
                      </a:r>
                      <a:endParaRPr lang="en-US" sz="1200" baseline="0" dirty="0">
                        <a:solidFill>
                          <a:srgbClr val="F3F3F3"/>
                        </a:solidFill>
                        <a:latin typeface="Fira Sans Condensed Light"/>
                        <a:ea typeface="Fira Sans Condensed Light"/>
                        <a:cs typeface="Fira Sans Condensed Light"/>
                        <a:sym typeface="Fira Sans Condensed Light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aseline="0" dirty="0">
                          <a:solidFill>
                            <a:srgbClr val="F3F3F3"/>
                          </a:solidFill>
                          <a:latin typeface="Fira Sans Condensed Light"/>
                          <a:ea typeface="Fira Sans Condensed Light"/>
                          <a:cs typeface="Fira Sans Condensed Light"/>
                          <a:sym typeface="Fira Sans Condensed Light"/>
                        </a:rPr>
                        <a:t>17:10 a 18:50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aseline="0" dirty="0">
                          <a:solidFill>
                            <a:srgbClr val="F3F3F3"/>
                          </a:solidFill>
                          <a:latin typeface="Fira Sans Condensed Light"/>
                          <a:ea typeface="Fira Sans Condensed Light"/>
                          <a:cs typeface="Fira Sans Condensed Light"/>
                          <a:sym typeface="Fira Sans Condensed Light"/>
                        </a:rPr>
                        <a:t>Jueves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aseline="0" dirty="0">
                          <a:solidFill>
                            <a:srgbClr val="F3F3F3"/>
                          </a:solidFill>
                          <a:latin typeface="Fira Sans Condensed Light"/>
                          <a:ea typeface="Fira Sans Condensed Light"/>
                          <a:cs typeface="Fira Sans Condensed Light"/>
                          <a:sym typeface="Fira Sans Condensed Light"/>
                        </a:rPr>
                        <a:t>15:10 a 16:50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aseline="0" dirty="0">
                        <a:solidFill>
                          <a:srgbClr val="F3F3F3"/>
                        </a:solidFill>
                        <a:latin typeface="Fira Sans Condensed Light"/>
                        <a:ea typeface="Fira Sans Condensed Light"/>
                        <a:cs typeface="Fira Sans Condensed Light"/>
                        <a:sym typeface="Fira Sans Condensed Light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baseline="0" dirty="0">
                          <a:solidFill>
                            <a:srgbClr val="F3F3F3"/>
                          </a:solidFill>
                          <a:latin typeface="Fira Sans Condensed Light"/>
                          <a:ea typeface="Fira Sans Condensed Light"/>
                          <a:cs typeface="Fira Sans Condensed Light"/>
                          <a:sym typeface="Fira Sans Condensed Light"/>
                        </a:rPr>
                        <a:t>Virtual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aseline="0" dirty="0">
                          <a:solidFill>
                            <a:srgbClr val="F3F3F3"/>
                          </a:solidFill>
                          <a:latin typeface="Fira Sans Condensed Light"/>
                          <a:ea typeface="Fira Sans Condensed Light"/>
                          <a:cs typeface="Fira Sans Condensed Light"/>
                          <a:sym typeface="Fira Sans Condensed Light"/>
                        </a:rPr>
                        <a:t>Viernes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aseline="0" dirty="0">
                          <a:solidFill>
                            <a:srgbClr val="F3F3F3"/>
                          </a:solidFill>
                          <a:latin typeface="Fira Sans Condensed Light"/>
                          <a:ea typeface="Fira Sans Condensed Light"/>
                          <a:cs typeface="Fira Sans Condensed Light"/>
                          <a:sym typeface="Fira Sans Condensed Light"/>
                        </a:rPr>
                        <a:t>17:00 a 19:00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200" dirty="0">
                        <a:solidFill>
                          <a:srgbClr val="F3F3F3"/>
                        </a:solidFill>
                        <a:latin typeface="Fira Sans Condensed Light"/>
                        <a:ea typeface="Fira Sans Condensed Light"/>
                        <a:cs typeface="Fira Sans Condensed Light"/>
                        <a:sym typeface="Fira Sans Condensed Light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solidFill>
                            <a:srgbClr val="F3F3F3"/>
                          </a:solidFill>
                          <a:latin typeface="Fira Sans Condensed Light"/>
                          <a:ea typeface="Fira Sans Condensed Light"/>
                          <a:cs typeface="Fira Sans Condensed Light"/>
                          <a:sym typeface="Fira Sans Condensed Light"/>
                        </a:rPr>
                        <a:t>Facilitador: Alfredo García y Graciela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>
                        <a:alpha val="265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 baseline="0" dirty="0">
                          <a:solidFill>
                            <a:srgbClr val="F3F3F3"/>
                          </a:solidFill>
                          <a:latin typeface="Fira Sans Condensed Light"/>
                          <a:ea typeface="Fira Sans Condensed Light"/>
                          <a:cs typeface="Fira Sans Condensed Light"/>
                          <a:sym typeface="Fira Sans Condensed Light"/>
                        </a:rPr>
                        <a:t>Desarrollo de Soluciones de Inteligencia de Negocios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1" dirty="0">
                        <a:solidFill>
                          <a:srgbClr val="F3F3F3"/>
                        </a:solidFill>
                        <a:latin typeface="Fira Sans Condensed Light"/>
                        <a:ea typeface="Fira Sans Condensed Light"/>
                        <a:cs typeface="Fira Sans Condensed Light"/>
                        <a:sym typeface="Fira Sans Condensed Light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baseline="0" dirty="0" err="1">
                          <a:solidFill>
                            <a:srgbClr val="F3F3F3"/>
                          </a:solidFill>
                          <a:latin typeface="Fira Sans Condensed Light"/>
                          <a:ea typeface="Fira Sans Condensed Light"/>
                          <a:cs typeface="Fira Sans Condensed Light"/>
                          <a:sym typeface="Fira Sans Condensed Light"/>
                        </a:rPr>
                        <a:t>Presencial</a:t>
                      </a:r>
                      <a:endParaRPr lang="en-US" sz="1200" b="1" dirty="0">
                        <a:solidFill>
                          <a:srgbClr val="F3F3F3"/>
                        </a:solidFill>
                        <a:latin typeface="Fira Sans Condensed Light"/>
                        <a:ea typeface="Fira Sans Condensed Light"/>
                        <a:cs typeface="Fira Sans Condensed Light"/>
                        <a:sym typeface="Fira Sans Condensed Light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aseline="0" dirty="0" err="1">
                          <a:solidFill>
                            <a:srgbClr val="F3F3F3"/>
                          </a:solidFill>
                          <a:latin typeface="Fira Sans Condensed Light"/>
                          <a:ea typeface="Fira Sans Condensed Light"/>
                          <a:cs typeface="Fira Sans Condensed Light"/>
                          <a:sym typeface="Fira Sans Condensed Light"/>
                        </a:rPr>
                        <a:t>Miércoles</a:t>
                      </a:r>
                      <a:endParaRPr lang="en-US" sz="1200" baseline="0" dirty="0">
                        <a:solidFill>
                          <a:srgbClr val="F3F3F3"/>
                        </a:solidFill>
                        <a:latin typeface="Fira Sans Condensed Light"/>
                        <a:ea typeface="Fira Sans Condensed Light"/>
                        <a:cs typeface="Fira Sans Condensed Light"/>
                        <a:sym typeface="Fira Sans Condensed Light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aseline="0" dirty="0">
                          <a:solidFill>
                            <a:srgbClr val="F3F3F3"/>
                          </a:solidFill>
                          <a:latin typeface="Fira Sans Condensed Light"/>
                          <a:ea typeface="Fira Sans Condensed Light"/>
                          <a:cs typeface="Fira Sans Condensed Light"/>
                          <a:sym typeface="Fira Sans Condensed Light"/>
                        </a:rPr>
                        <a:t>17:10 a 18:50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aseline="0" dirty="0">
                          <a:solidFill>
                            <a:srgbClr val="F3F3F3"/>
                          </a:solidFill>
                          <a:latin typeface="Fira Sans Condensed Light"/>
                          <a:ea typeface="Fira Sans Condensed Light"/>
                          <a:cs typeface="Fira Sans Condensed Light"/>
                          <a:sym typeface="Fira Sans Condensed Light"/>
                        </a:rPr>
                        <a:t>Jueves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aseline="0" dirty="0">
                          <a:solidFill>
                            <a:srgbClr val="F3F3F3"/>
                          </a:solidFill>
                          <a:latin typeface="Fira Sans Condensed Light"/>
                          <a:ea typeface="Fira Sans Condensed Light"/>
                          <a:cs typeface="Fira Sans Condensed Light"/>
                          <a:sym typeface="Fira Sans Condensed Light"/>
                        </a:rPr>
                        <a:t>15:10 a 16:50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aseline="0" dirty="0">
                        <a:solidFill>
                          <a:srgbClr val="F3F3F3"/>
                        </a:solidFill>
                        <a:latin typeface="Fira Sans Condensed Light"/>
                        <a:ea typeface="Fira Sans Condensed Light"/>
                        <a:cs typeface="Fira Sans Condensed Light"/>
                        <a:sym typeface="Fira Sans Condensed Light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baseline="0" dirty="0">
                          <a:solidFill>
                            <a:srgbClr val="F3F3F3"/>
                          </a:solidFill>
                          <a:latin typeface="Fira Sans Condensed Light"/>
                          <a:ea typeface="Fira Sans Condensed Light"/>
                          <a:cs typeface="Fira Sans Condensed Light"/>
                          <a:sym typeface="Fira Sans Condensed Light"/>
                        </a:rPr>
                        <a:t>Virtual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aseline="0" dirty="0">
                          <a:solidFill>
                            <a:srgbClr val="F3F3F3"/>
                          </a:solidFill>
                          <a:latin typeface="Fira Sans Condensed Light"/>
                          <a:ea typeface="Fira Sans Condensed Light"/>
                          <a:cs typeface="Fira Sans Condensed Light"/>
                          <a:sym typeface="Fira Sans Condensed Light"/>
                        </a:rPr>
                        <a:t>Viernes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aseline="0" dirty="0">
                          <a:solidFill>
                            <a:srgbClr val="F3F3F3"/>
                          </a:solidFill>
                          <a:latin typeface="Fira Sans Condensed Light"/>
                          <a:ea typeface="Fira Sans Condensed Light"/>
                          <a:cs typeface="Fira Sans Condensed Light"/>
                          <a:sym typeface="Fira Sans Condensed Light"/>
                        </a:rPr>
                        <a:t>17:00 a 19:00</a:t>
                      </a:r>
                      <a:endParaRPr lang="es-ES" sz="1200" dirty="0">
                        <a:solidFill>
                          <a:srgbClr val="F3F3F3"/>
                        </a:solidFill>
                        <a:latin typeface="Fira Sans Condensed Light"/>
                        <a:ea typeface="Fira Sans Condensed Light"/>
                        <a:cs typeface="Fira Sans Condensed Light"/>
                        <a:sym typeface="Fira Sans Condensed Light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200" dirty="0">
                        <a:solidFill>
                          <a:srgbClr val="F3F3F3"/>
                        </a:solidFill>
                        <a:latin typeface="Fira Sans Condensed Light"/>
                        <a:ea typeface="Fira Sans Condensed Light"/>
                        <a:cs typeface="Fira Sans Condensed Light"/>
                        <a:sym typeface="Fira Sans Condensed Light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solidFill>
                            <a:srgbClr val="F3F3F3"/>
                          </a:solidFill>
                          <a:latin typeface="Fira Sans Condensed Light"/>
                          <a:ea typeface="Fira Sans Condensed Light"/>
                          <a:cs typeface="Fira Sans Condensed Light"/>
                          <a:sym typeface="Fira Sans Condensed Light"/>
                        </a:rPr>
                        <a:t>Facilitador: Alfredo García, Elena y Graciela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>
                        <a:alpha val="265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 dirty="0">
                          <a:solidFill>
                            <a:srgbClr val="F3F3F3"/>
                          </a:solidFill>
                          <a:latin typeface="Fira Sans Condensed Light"/>
                          <a:ea typeface="Fira Sans Condensed Light"/>
                          <a:cs typeface="Fira Sans Condensed Light"/>
                          <a:sym typeface="Fira Sans Condensed Light"/>
                        </a:rPr>
                        <a:t>La Industria de la Tecnología de Información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1" dirty="0">
                        <a:solidFill>
                          <a:srgbClr val="F3F3F3"/>
                        </a:solidFill>
                        <a:latin typeface="Fira Sans Condensed Light"/>
                        <a:ea typeface="Fira Sans Condensed Light"/>
                        <a:cs typeface="Fira Sans Condensed Light"/>
                        <a:sym typeface="Fira Sans Condensed Light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baseline="0" dirty="0" err="1">
                          <a:solidFill>
                            <a:srgbClr val="F3F3F3"/>
                          </a:solidFill>
                          <a:latin typeface="Fira Sans Condensed Light"/>
                          <a:ea typeface="Fira Sans Condensed Light"/>
                          <a:cs typeface="Fira Sans Condensed Light"/>
                          <a:sym typeface="Fira Sans Condensed Light"/>
                        </a:rPr>
                        <a:t>Presencial</a:t>
                      </a:r>
                      <a:endParaRPr lang="en-US" sz="1200" b="1" dirty="0">
                        <a:solidFill>
                          <a:srgbClr val="F3F3F3"/>
                        </a:solidFill>
                        <a:latin typeface="Fira Sans Condensed Light"/>
                        <a:ea typeface="Fira Sans Condensed Light"/>
                        <a:cs typeface="Fira Sans Condensed Light"/>
                        <a:sym typeface="Fira Sans Condensed Light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aseline="0" dirty="0" err="1">
                          <a:solidFill>
                            <a:srgbClr val="F3F3F3"/>
                          </a:solidFill>
                          <a:latin typeface="Fira Sans Condensed Light"/>
                          <a:ea typeface="Fira Sans Condensed Light"/>
                          <a:cs typeface="Fira Sans Condensed Light"/>
                          <a:sym typeface="Fira Sans Condensed Light"/>
                        </a:rPr>
                        <a:t>Miércoles</a:t>
                      </a:r>
                      <a:endParaRPr lang="en-US" sz="1200" baseline="0" dirty="0">
                        <a:solidFill>
                          <a:srgbClr val="F3F3F3"/>
                        </a:solidFill>
                        <a:latin typeface="Fira Sans Condensed Light"/>
                        <a:ea typeface="Fira Sans Condensed Light"/>
                        <a:cs typeface="Fira Sans Condensed Light"/>
                        <a:sym typeface="Fira Sans Condensed Light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aseline="0" dirty="0">
                          <a:solidFill>
                            <a:srgbClr val="F3F3F3"/>
                          </a:solidFill>
                          <a:latin typeface="Fira Sans Condensed Light"/>
                          <a:ea typeface="Fira Sans Condensed Light"/>
                          <a:cs typeface="Fira Sans Condensed Light"/>
                          <a:sym typeface="Fira Sans Condensed Light"/>
                        </a:rPr>
                        <a:t>17:10 a 18:50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aseline="0" dirty="0">
                          <a:solidFill>
                            <a:srgbClr val="F3F3F3"/>
                          </a:solidFill>
                          <a:latin typeface="Fira Sans Condensed Light"/>
                          <a:ea typeface="Fira Sans Condensed Light"/>
                          <a:cs typeface="Fira Sans Condensed Light"/>
                          <a:sym typeface="Fira Sans Condensed Light"/>
                        </a:rPr>
                        <a:t>Jueves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aseline="0" dirty="0">
                          <a:solidFill>
                            <a:srgbClr val="F3F3F3"/>
                          </a:solidFill>
                          <a:latin typeface="Fira Sans Condensed Light"/>
                          <a:ea typeface="Fira Sans Condensed Light"/>
                          <a:cs typeface="Fira Sans Condensed Light"/>
                          <a:sym typeface="Fira Sans Condensed Light"/>
                        </a:rPr>
                        <a:t>15:10 a 16:50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aseline="0" dirty="0">
                        <a:solidFill>
                          <a:srgbClr val="F3F3F3"/>
                        </a:solidFill>
                        <a:latin typeface="Fira Sans Condensed Light"/>
                        <a:ea typeface="Fira Sans Condensed Light"/>
                        <a:cs typeface="Fira Sans Condensed Light"/>
                        <a:sym typeface="Fira Sans Condensed Light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baseline="0" dirty="0">
                          <a:solidFill>
                            <a:srgbClr val="F3F3F3"/>
                          </a:solidFill>
                          <a:latin typeface="Fira Sans Condensed Light"/>
                          <a:ea typeface="Fira Sans Condensed Light"/>
                          <a:cs typeface="Fira Sans Condensed Light"/>
                          <a:sym typeface="Fira Sans Condensed Light"/>
                        </a:rPr>
                        <a:t>Virtual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aseline="0" dirty="0">
                          <a:solidFill>
                            <a:srgbClr val="F3F3F3"/>
                          </a:solidFill>
                          <a:latin typeface="Fira Sans Condensed Light"/>
                          <a:ea typeface="Fira Sans Condensed Light"/>
                          <a:cs typeface="Fira Sans Condensed Light"/>
                          <a:sym typeface="Fira Sans Condensed Light"/>
                        </a:rPr>
                        <a:t>Viernes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aseline="0" dirty="0">
                          <a:solidFill>
                            <a:srgbClr val="F3F3F3"/>
                          </a:solidFill>
                          <a:latin typeface="Fira Sans Condensed Light"/>
                          <a:ea typeface="Fira Sans Condensed Light"/>
                          <a:cs typeface="Fira Sans Condensed Light"/>
                          <a:sym typeface="Fira Sans Condensed Light"/>
                        </a:rPr>
                        <a:t>17:00 a 19:00</a:t>
                      </a:r>
                      <a:endParaRPr lang="es-ES" sz="1200" dirty="0">
                        <a:solidFill>
                          <a:srgbClr val="F3F3F3"/>
                        </a:solidFill>
                        <a:latin typeface="Fira Sans Condensed Light"/>
                        <a:ea typeface="Fira Sans Condensed Light"/>
                        <a:cs typeface="Fira Sans Condensed Light"/>
                        <a:sym typeface="Fira Sans Condensed Light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200" dirty="0">
                        <a:solidFill>
                          <a:srgbClr val="F3F3F3"/>
                        </a:solidFill>
                        <a:latin typeface="Fira Sans Condensed Light"/>
                        <a:ea typeface="Fira Sans Condensed Light"/>
                        <a:cs typeface="Fira Sans Condensed Light"/>
                        <a:sym typeface="Fira Sans Condensed Light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solidFill>
                            <a:srgbClr val="F3F3F3"/>
                          </a:solidFill>
                          <a:latin typeface="Fira Sans Condensed Light"/>
                          <a:ea typeface="Fira Sans Condensed Light"/>
                          <a:cs typeface="Fira Sans Condensed Light"/>
                          <a:sym typeface="Fira Sans Condensed Light"/>
                        </a:rPr>
                        <a:t>Facilitador: Alfredo García, Elena y  Graciela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>
                        <a:alpha val="265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ES" sz="1200" b="1" dirty="0">
                          <a:solidFill>
                            <a:srgbClr val="F3F3F3"/>
                          </a:solidFill>
                          <a:latin typeface="Fira Sans Condensed Light"/>
                          <a:ea typeface="Fira Sans Condensed Light"/>
                          <a:cs typeface="Fira Sans Condensed Light"/>
                          <a:sym typeface="Fira Sans Condensed Light"/>
                        </a:rPr>
                        <a:t>Etapas del reto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s-ES" sz="1200" b="1" dirty="0">
                        <a:solidFill>
                          <a:srgbClr val="F3F3F3"/>
                        </a:solidFill>
                        <a:latin typeface="Fira Sans Condensed Light"/>
                        <a:ea typeface="Fira Sans Condensed Light"/>
                        <a:cs typeface="Fira Sans Condensed Light"/>
                        <a:sym typeface="Fira Sans Condensed Light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s-ES" sz="1200" dirty="0">
                        <a:solidFill>
                          <a:srgbClr val="F3F3F3"/>
                        </a:solidFill>
                        <a:latin typeface="Fira Sans Condensed Light"/>
                        <a:ea typeface="Fira Sans Condensed Light"/>
                        <a:cs typeface="Fira Sans Condensed Light"/>
                        <a:sym typeface="Fira Sans Condensed Light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ES" sz="1200" dirty="0">
                          <a:solidFill>
                            <a:srgbClr val="F3F3F3"/>
                          </a:solidFill>
                          <a:latin typeface="Fira Sans Condensed Light"/>
                          <a:ea typeface="Fira Sans Condensed Light"/>
                          <a:cs typeface="Fira Sans Condensed Light"/>
                          <a:sym typeface="Fira Sans Condensed Light"/>
                        </a:rPr>
                        <a:t>Facilitadores: Socio  Formador,</a:t>
                      </a:r>
                      <a:r>
                        <a:rPr lang="es-ES" sz="1200" baseline="0" dirty="0">
                          <a:solidFill>
                            <a:srgbClr val="F3F3F3"/>
                          </a:solidFill>
                          <a:latin typeface="Fira Sans Condensed Light"/>
                          <a:ea typeface="Fira Sans Condensed Light"/>
                          <a:cs typeface="Fira Sans Condensed Light"/>
                          <a:sym typeface="Fira Sans Condensed Light"/>
                        </a:rPr>
                        <a:t> Graciela, Elena y Alfredo </a:t>
                      </a:r>
                      <a:r>
                        <a:rPr lang="es-ES" sz="1200" dirty="0">
                          <a:solidFill>
                            <a:srgbClr val="F3F3F3"/>
                          </a:solidFill>
                          <a:latin typeface="Fira Sans Condensed Light"/>
                          <a:ea typeface="Fira Sans Condensed Light"/>
                          <a:cs typeface="Fira Sans Condensed Light"/>
                          <a:sym typeface="Fira Sans Condensed Light"/>
                        </a:rPr>
                        <a:t>García 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200" dirty="0">
                        <a:solidFill>
                          <a:srgbClr val="F3F3F3"/>
                        </a:solidFill>
                        <a:latin typeface="Fira Sans Condensed Light"/>
                        <a:ea typeface="Fira Sans Condensed Light"/>
                        <a:cs typeface="Fira Sans Condensed Light"/>
                        <a:sym typeface="Fira Sans Condensed Light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>
                        <a:alpha val="2657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6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pic>
        <p:nvPicPr>
          <p:cNvPr id="30722" name="Picture 2" descr="Trucos para organizar mejor la agenda de trabajo | Organizar tareas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92330" y="155018"/>
            <a:ext cx="1414807" cy="874608"/>
          </a:xfrm>
          <a:prstGeom prst="rect">
            <a:avLst/>
          </a:prstGeom>
          <a:noFill/>
        </p:spPr>
      </p:pic>
      <p:cxnSp>
        <p:nvCxnSpPr>
          <p:cNvPr id="8" name="Google Shape;137;p27"/>
          <p:cNvCxnSpPr/>
          <p:nvPr/>
        </p:nvCxnSpPr>
        <p:spPr>
          <a:xfrm>
            <a:off x="1940371" y="277022"/>
            <a:ext cx="0" cy="6306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7" name="Google Shape;136;p27"/>
          <p:cNvSpPr txBox="1">
            <a:spLocks/>
          </p:cNvSpPr>
          <p:nvPr/>
        </p:nvSpPr>
        <p:spPr>
          <a:xfrm>
            <a:off x="130738" y="5021175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33"/>
          <p:cNvSpPr txBox="1">
            <a:spLocks noGrp="1"/>
          </p:cNvSpPr>
          <p:nvPr>
            <p:ph type="title"/>
          </p:nvPr>
        </p:nvSpPr>
        <p:spPr>
          <a:xfrm>
            <a:off x="3121458" y="1416912"/>
            <a:ext cx="4897589" cy="5834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DINÁMICA DE CLASES </a:t>
            </a:r>
            <a:endParaRPr dirty="0"/>
          </a:p>
        </p:txBody>
      </p:sp>
      <p:pic>
        <p:nvPicPr>
          <p:cNvPr id="6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cxnSp>
        <p:nvCxnSpPr>
          <p:cNvPr id="8" name="Google Shape;137;p27"/>
          <p:cNvCxnSpPr/>
          <p:nvPr/>
        </p:nvCxnSpPr>
        <p:spPr>
          <a:xfrm>
            <a:off x="2943102" y="1403738"/>
            <a:ext cx="0" cy="6306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36866" name="Picture 2" descr="Carrera de Desarrollo de Software en ISIL - Cuotas desde S/ 540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91044" y="1051034"/>
            <a:ext cx="2410373" cy="1355835"/>
          </a:xfrm>
          <a:prstGeom prst="rect">
            <a:avLst/>
          </a:prstGeom>
          <a:noFill/>
        </p:spPr>
      </p:pic>
      <p:sp>
        <p:nvSpPr>
          <p:cNvPr id="9" name="Google Shape;1762;p45"/>
          <p:cNvSpPr txBox="1">
            <a:spLocks/>
          </p:cNvSpPr>
          <p:nvPr/>
        </p:nvSpPr>
        <p:spPr>
          <a:xfrm>
            <a:off x="1303288" y="2837794"/>
            <a:ext cx="6654857" cy="1692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74300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endParaRPr lang="es-ES" sz="1400" b="1" dirty="0"/>
          </a:p>
          <a:p>
            <a:pPr>
              <a:buNone/>
            </a:pPr>
            <a:endParaRPr lang="es-ES" sz="1400" b="1" dirty="0"/>
          </a:p>
          <a:p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</a:rPr>
              <a:t>Introducción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</a:rPr>
              <a:t>:</a:t>
            </a:r>
            <a:r>
              <a:rPr lang="en-US" sz="1600" b="1" dirty="0"/>
              <a:t> </a:t>
            </a:r>
            <a:r>
              <a:rPr lang="en-US" sz="1600" dirty="0" err="1"/>
              <a:t>Teória</a:t>
            </a:r>
            <a:r>
              <a:rPr lang="en-US" sz="1600" dirty="0"/>
              <a:t> y </a:t>
            </a:r>
            <a:r>
              <a:rPr lang="en-US" sz="1600" dirty="0" err="1"/>
              <a:t>descripción</a:t>
            </a:r>
            <a:r>
              <a:rPr lang="en-US" sz="1600" dirty="0"/>
              <a:t> de </a:t>
            </a:r>
            <a:r>
              <a:rPr lang="en-US" sz="1600" dirty="0" err="1"/>
              <a:t>conceptos</a:t>
            </a:r>
            <a:r>
              <a:rPr lang="en-US" sz="1600" dirty="0"/>
              <a:t> y </a:t>
            </a:r>
            <a:r>
              <a:rPr lang="en-US" sz="1600" dirty="0" err="1"/>
              <a:t>procedimientos</a:t>
            </a:r>
            <a:r>
              <a:rPr lang="en-US" sz="1600" dirty="0"/>
              <a:t>.</a:t>
            </a:r>
            <a:endParaRPr lang="es-ES" sz="1600" dirty="0"/>
          </a:p>
          <a:p>
            <a:endParaRPr lang="es-ES" sz="1600" b="1" dirty="0"/>
          </a:p>
          <a:p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</a:rPr>
              <a:t>Desarrollo: </a:t>
            </a:r>
            <a:r>
              <a:rPr lang="es-ES" sz="1600" dirty="0"/>
              <a:t>Aplicación y seguimiento práctico de los conceptos teóricos.</a:t>
            </a:r>
          </a:p>
          <a:p>
            <a:endParaRPr lang="es-ES" sz="1600" b="1" dirty="0"/>
          </a:p>
          <a:p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</a:rPr>
              <a:t>Finalización:  </a:t>
            </a:r>
            <a:r>
              <a:rPr lang="es-ES" sz="1600" dirty="0"/>
              <a:t>Practica individual o por equipos de retos por sesión. </a:t>
            </a:r>
            <a:endParaRPr lang="en-US" sz="1600" dirty="0"/>
          </a:p>
          <a:p>
            <a:endParaRPr lang="es-ES" sz="1400" dirty="0"/>
          </a:p>
          <a:p>
            <a:pPr marL="1066800" lvl="2" indent="0">
              <a:buNone/>
            </a:pPr>
            <a:endParaRPr lang="en-US" dirty="0"/>
          </a:p>
        </p:txBody>
      </p:sp>
      <p:sp>
        <p:nvSpPr>
          <p:cNvPr id="7" name="Google Shape;136;p27"/>
          <p:cNvSpPr txBox="1">
            <a:spLocks/>
          </p:cNvSpPr>
          <p:nvPr/>
        </p:nvSpPr>
        <p:spPr>
          <a:xfrm>
            <a:off x="283779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33"/>
          <p:cNvSpPr txBox="1">
            <a:spLocks noGrp="1"/>
          </p:cNvSpPr>
          <p:nvPr>
            <p:ph type="title"/>
          </p:nvPr>
        </p:nvSpPr>
        <p:spPr>
          <a:xfrm>
            <a:off x="3121458" y="1416912"/>
            <a:ext cx="4897589" cy="5834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METODOLOGÍA</a:t>
            </a:r>
            <a:endParaRPr dirty="0"/>
          </a:p>
        </p:txBody>
      </p:sp>
      <p:pic>
        <p:nvPicPr>
          <p:cNvPr id="6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cxnSp>
        <p:nvCxnSpPr>
          <p:cNvPr id="8" name="Google Shape;137;p27"/>
          <p:cNvCxnSpPr/>
          <p:nvPr/>
        </p:nvCxnSpPr>
        <p:spPr>
          <a:xfrm>
            <a:off x="2943102" y="1403738"/>
            <a:ext cx="0" cy="6306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36866" name="Picture 2" descr="Carrera de Desarrollo de Software en ISIL - Cuotas desde S/ 540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91044" y="1051034"/>
            <a:ext cx="2410373" cy="1355835"/>
          </a:xfrm>
          <a:prstGeom prst="rect">
            <a:avLst/>
          </a:prstGeom>
          <a:noFill/>
        </p:spPr>
      </p:pic>
      <p:sp>
        <p:nvSpPr>
          <p:cNvPr id="7" name="Google Shape;136;p27"/>
          <p:cNvSpPr txBox="1">
            <a:spLocks/>
          </p:cNvSpPr>
          <p:nvPr/>
        </p:nvSpPr>
        <p:spPr>
          <a:xfrm>
            <a:off x="283779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490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89153" y="2727778"/>
            <a:ext cx="8560932" cy="17574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33"/>
          <p:cNvSpPr txBox="1">
            <a:spLocks noGrp="1"/>
          </p:cNvSpPr>
          <p:nvPr>
            <p:ph type="title"/>
          </p:nvPr>
        </p:nvSpPr>
        <p:spPr>
          <a:xfrm>
            <a:off x="2196546" y="1185686"/>
            <a:ext cx="4522305" cy="5834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ACERCA DEL FACILITADOR</a:t>
            </a:r>
            <a:endParaRPr dirty="0"/>
          </a:p>
        </p:txBody>
      </p:sp>
      <p:pic>
        <p:nvPicPr>
          <p:cNvPr id="6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cxnSp>
        <p:nvCxnSpPr>
          <p:cNvPr id="8" name="Google Shape;137;p27"/>
          <p:cNvCxnSpPr/>
          <p:nvPr/>
        </p:nvCxnSpPr>
        <p:spPr>
          <a:xfrm>
            <a:off x="2060232" y="1183023"/>
            <a:ext cx="0" cy="6306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34818" name="Picture 2" descr="C:\Users\Alfredo Garcia\Desktop\FaceApp_1659560400894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82486" y="927279"/>
            <a:ext cx="894962" cy="1060397"/>
          </a:xfrm>
          <a:prstGeom prst="rect">
            <a:avLst/>
          </a:prstGeom>
          <a:noFill/>
        </p:spPr>
      </p:pic>
      <p:sp>
        <p:nvSpPr>
          <p:cNvPr id="10" name="Google Shape;1762;p45"/>
          <p:cNvSpPr txBox="1">
            <a:spLocks/>
          </p:cNvSpPr>
          <p:nvPr/>
        </p:nvSpPr>
        <p:spPr>
          <a:xfrm>
            <a:off x="2060232" y="657489"/>
            <a:ext cx="5186757" cy="3828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74300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endParaRPr lang="es-ES" sz="1400" b="1" dirty="0"/>
          </a:p>
          <a:p>
            <a:endParaRPr lang="es-ES" sz="1400" b="1" dirty="0"/>
          </a:p>
          <a:p>
            <a:endParaRPr lang="es-ES" sz="1400" b="1" dirty="0"/>
          </a:p>
          <a:p>
            <a:endParaRPr lang="es-ES" sz="1400" b="1" dirty="0"/>
          </a:p>
          <a:p>
            <a:endParaRPr lang="es-ES" sz="1400" b="1" dirty="0"/>
          </a:p>
          <a:p>
            <a:endParaRPr lang="es-ES" sz="1400" b="1" dirty="0"/>
          </a:p>
          <a:p>
            <a:endParaRPr lang="es-ES" sz="1400" b="1" dirty="0"/>
          </a:p>
          <a:p>
            <a:endParaRPr lang="es-ES" sz="1400" b="1" dirty="0"/>
          </a:p>
          <a:p>
            <a:r>
              <a:rPr lang="es-ES" sz="1400" b="1" dirty="0"/>
              <a:t>Doctorado en Ingeniería del Lenguaje  y del Conocimiento</a:t>
            </a:r>
          </a:p>
          <a:p>
            <a:endParaRPr lang="es-ES" sz="1400" b="1" dirty="0"/>
          </a:p>
          <a:p>
            <a:r>
              <a:rPr lang="es-ES" sz="1400" b="1" dirty="0"/>
              <a:t>Inteligencia Artificial</a:t>
            </a:r>
          </a:p>
          <a:p>
            <a:endParaRPr lang="es-ES" sz="1400" b="1" dirty="0"/>
          </a:p>
          <a:p>
            <a:r>
              <a:rPr lang="es-ES" sz="1400" b="1" dirty="0"/>
              <a:t>Desarrollo </a:t>
            </a:r>
            <a:r>
              <a:rPr lang="es-ES" sz="1400" b="1" dirty="0" err="1"/>
              <a:t>IoT</a:t>
            </a:r>
            <a:endParaRPr lang="es-ES" sz="1400" b="1" dirty="0"/>
          </a:p>
          <a:p>
            <a:endParaRPr lang="en-US" sz="1400" b="1" dirty="0"/>
          </a:p>
          <a:p>
            <a:r>
              <a:rPr lang="es-ES" sz="1400" b="1" dirty="0"/>
              <a:t>Interacción Humano-Computador</a:t>
            </a:r>
          </a:p>
          <a:p>
            <a:endParaRPr lang="es-ES" sz="1400" b="1" dirty="0"/>
          </a:p>
          <a:p>
            <a:r>
              <a:rPr lang="es-ES" sz="1400" b="1" dirty="0"/>
              <a:t>Adscrito al Sistema Nacional de Investigadores SNII</a:t>
            </a:r>
          </a:p>
          <a:p>
            <a:endParaRPr lang="es-ES" sz="1400" b="1" dirty="0"/>
          </a:p>
          <a:p>
            <a:endParaRPr lang="en-US" sz="1400" b="1" dirty="0"/>
          </a:p>
          <a:p>
            <a:endParaRPr lang="es-ES" sz="1400" dirty="0"/>
          </a:p>
          <a:p>
            <a:pPr marL="1066800" lvl="2" indent="0">
              <a:buNone/>
            </a:pPr>
            <a:endParaRPr lang="en-US" dirty="0"/>
          </a:p>
        </p:txBody>
      </p:sp>
      <p:sp>
        <p:nvSpPr>
          <p:cNvPr id="9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8523" y="662222"/>
            <a:ext cx="516043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PLATAFORMAS EN LA NUBE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GitHub del curso</a:t>
            </a: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9757" y="1157201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8" name="Google Shape;1603;p42"/>
          <p:cNvSpPr txBox="1"/>
          <p:nvPr/>
        </p:nvSpPr>
        <p:spPr>
          <a:xfrm>
            <a:off x="219258" y="2809848"/>
            <a:ext cx="9432313" cy="824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2200" b="1" dirty="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https://github.com/freddy-7/Gesti-n-de-Plataformas-Tecnologicas_2026.git</a:t>
            </a:r>
          </a:p>
        </p:txBody>
      </p:sp>
      <p:sp>
        <p:nvSpPr>
          <p:cNvPr id="1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29062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0"/>
          <p:cNvSpPr txBox="1">
            <a:spLocks noGrp="1"/>
          </p:cNvSpPr>
          <p:nvPr>
            <p:ph type="title"/>
          </p:nvPr>
        </p:nvSpPr>
        <p:spPr>
          <a:xfrm>
            <a:off x="522825" y="971850"/>
            <a:ext cx="3787800" cy="3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sz="4000" dirty="0"/>
              <a:t>INTRODUCCIÓN</a:t>
            </a:r>
            <a:endParaRPr sz="4000" dirty="0"/>
          </a:p>
        </p:txBody>
      </p:sp>
      <p:sp>
        <p:nvSpPr>
          <p:cNvPr id="175" name="Google Shape;175;p30"/>
          <p:cNvSpPr txBox="1">
            <a:spLocks noGrp="1"/>
          </p:cNvSpPr>
          <p:nvPr>
            <p:ph type="subTitle" idx="1"/>
          </p:nvPr>
        </p:nvSpPr>
        <p:spPr>
          <a:xfrm>
            <a:off x="4917750" y="3290550"/>
            <a:ext cx="3703736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46050" lvl="0" indent="0">
              <a:buSzPts val="1300"/>
            </a:pPr>
            <a:r>
              <a:rPr lang="es-ES" dirty="0"/>
              <a:t> -Arquitectura de Tecnología de la Información </a:t>
            </a:r>
          </a:p>
          <a:p>
            <a:pPr marL="146050" lvl="0" indent="0">
              <a:buSzPts val="1300"/>
            </a:pPr>
            <a:r>
              <a:rPr lang="es-ES" dirty="0"/>
              <a:t> -</a:t>
            </a:r>
            <a:r>
              <a:rPr lang="es-ES" dirty="0" err="1"/>
              <a:t>Python</a:t>
            </a:r>
            <a:r>
              <a:rPr lang="es-ES" dirty="0"/>
              <a:t>. Tecnología de acceso libre</a:t>
            </a:r>
          </a:p>
          <a:p>
            <a:pPr marL="146050" lvl="0" indent="0">
              <a:buSzPts val="1300"/>
            </a:pPr>
            <a:r>
              <a:rPr lang="es-ES" dirty="0"/>
              <a:t> </a:t>
            </a:r>
            <a:endParaRPr dirty="0"/>
          </a:p>
        </p:txBody>
      </p:sp>
      <p:sp>
        <p:nvSpPr>
          <p:cNvPr id="176" name="Google Shape;176;p30"/>
          <p:cNvSpPr txBox="1">
            <a:spLocks noGrp="1"/>
          </p:cNvSpPr>
          <p:nvPr>
            <p:ph type="title" idx="2"/>
          </p:nvPr>
        </p:nvSpPr>
        <p:spPr>
          <a:xfrm>
            <a:off x="4849170" y="1001125"/>
            <a:ext cx="2026800" cy="18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cxnSp>
        <p:nvCxnSpPr>
          <p:cNvPr id="177" name="Google Shape;177;p30"/>
          <p:cNvCxnSpPr/>
          <p:nvPr/>
        </p:nvCxnSpPr>
        <p:spPr>
          <a:xfrm rot="10800000" flipH="1">
            <a:off x="5001175" y="3111650"/>
            <a:ext cx="3425700" cy="21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6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PhD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</p:spTree>
    <p:extLst>
      <p:ext uri="{BB962C8B-B14F-4D97-AF65-F5344CB8AC3E}">
        <p14:creationId xmlns:p14="http://schemas.microsoft.com/office/powerpoint/2010/main" val="16485369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67637" y="901712"/>
            <a:ext cx="7600707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Arquitectura de Tecnología de Información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DEFINICIÓN</a:t>
            </a: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20642" y="1418462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55" name="Google Shape;1603;p42"/>
          <p:cNvSpPr txBox="1"/>
          <p:nvPr/>
        </p:nvSpPr>
        <p:spPr>
          <a:xfrm>
            <a:off x="546277" y="1868295"/>
            <a:ext cx="3281365" cy="2589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¿Qué es una arquitectura de la Tecnología de Información?</a:t>
            </a: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“la organización fundamental de un sistema. Comprendida por sus componentes, las relaciones entre ellos y el medio ambiente y los principios que gobiernan su diseño y evolución”</a:t>
            </a:r>
            <a:endParaRPr lang="es-ES" dirty="0">
              <a:solidFill>
                <a:srgbClr val="F3F3F3"/>
              </a:solidFill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sp>
        <p:nvSpPr>
          <p:cNvPr id="8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1603;p42"/>
          <p:cNvSpPr txBox="1"/>
          <p:nvPr/>
        </p:nvSpPr>
        <p:spPr>
          <a:xfrm>
            <a:off x="4835248" y="1879178"/>
            <a:ext cx="3281365" cy="1593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“La descripción formal de un sistema de información, organizada de manera que permite el razonamiento acerca de sus propiedades estructurales.”</a:t>
            </a:r>
            <a:endParaRPr lang="es-ES" sz="1600" dirty="0">
              <a:solidFill>
                <a:schemeClr val="accent4"/>
              </a:solidFill>
              <a:latin typeface="Fira Sans Condensed Light" panose="020B0604020202020204" charset="0"/>
              <a:ea typeface="Fira Sans Condensed Light"/>
              <a:cs typeface="Times New Roman" panose="02020603050405020304" pitchFamily="18" charset="0"/>
              <a:sym typeface="Fira Sans Condensed Light"/>
            </a:endParaRPr>
          </a:p>
          <a:p>
            <a:pPr algn="just">
              <a:buFont typeface="Arial" pitchFamily="34" charset="0"/>
              <a:buChar char="•"/>
            </a:pPr>
            <a:endParaRPr lang="es-ES" sz="1600" dirty="0">
              <a:solidFill>
                <a:schemeClr val="accent4"/>
              </a:solidFill>
              <a:latin typeface="Fira Sans Condensed Light" panose="020B0604020202020204" charset="0"/>
              <a:ea typeface="Fira Sans Condensed Light"/>
              <a:cs typeface="Times New Roman" panose="02020603050405020304" pitchFamily="18" charset="0"/>
              <a:sym typeface="Fira Sans Condensed Light"/>
            </a:endParaRPr>
          </a:p>
          <a:p>
            <a:pPr algn="just"/>
            <a:endParaRPr lang="es-ES" dirty="0">
              <a:solidFill>
                <a:srgbClr val="F3F3F3"/>
              </a:solidFill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sp>
        <p:nvSpPr>
          <p:cNvPr id="18" name="Google Shape;1603;p42"/>
          <p:cNvSpPr txBox="1"/>
          <p:nvPr/>
        </p:nvSpPr>
        <p:spPr>
          <a:xfrm>
            <a:off x="4900562" y="3517478"/>
            <a:ext cx="3281365" cy="1381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“Sistema que guía la selección, modificación y uso de los recursos de TI de forma que cumple con las necesidades del negocio”</a:t>
            </a:r>
            <a:endParaRPr lang="es-ES" sz="1600" dirty="0">
              <a:solidFill>
                <a:schemeClr val="accent4"/>
              </a:solidFill>
              <a:latin typeface="Fira Sans Condensed Light" panose="020B0604020202020204" charset="0"/>
              <a:ea typeface="Fira Sans Condensed Light"/>
              <a:cs typeface="Times New Roman" panose="02020603050405020304" pitchFamily="18" charset="0"/>
              <a:sym typeface="Fira Sans Condensed Light"/>
            </a:endParaRPr>
          </a:p>
          <a:p>
            <a:pPr algn="just"/>
            <a:endParaRPr lang="es-ES" dirty="0">
              <a:solidFill>
                <a:srgbClr val="F3F3F3"/>
              </a:solidFill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67637" y="901712"/>
            <a:ext cx="7600707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Arquitectura de Tecnología de Información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DOMINIOS</a:t>
            </a: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20642" y="1418462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55" name="Google Shape;1603;p42"/>
          <p:cNvSpPr txBox="1"/>
          <p:nvPr/>
        </p:nvSpPr>
        <p:spPr>
          <a:xfrm>
            <a:off x="546277" y="1770321"/>
            <a:ext cx="3281365" cy="2589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Resumen</a:t>
            </a: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La arquitectura de TI se compone de dominios tecnológicos que facilitan su estudio, aplicación y análisis estructurado. </a:t>
            </a:r>
            <a:endParaRPr lang="es-ES" dirty="0">
              <a:solidFill>
                <a:srgbClr val="F3F3F3"/>
              </a:solidFill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sp>
        <p:nvSpPr>
          <p:cNvPr id="8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1603;p42"/>
          <p:cNvSpPr txBox="1"/>
          <p:nvPr/>
        </p:nvSpPr>
        <p:spPr>
          <a:xfrm>
            <a:off x="4835248" y="1879178"/>
            <a:ext cx="3281365" cy="2589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Dominios:</a:t>
            </a:r>
            <a:endParaRPr lang="es-ES" sz="16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ea typeface="Fira Sans Condensed Light"/>
                <a:cs typeface="Times New Roman" panose="02020603050405020304" pitchFamily="18" charset="0"/>
                <a:sym typeface="Fira Sans Condensed Light"/>
              </a:rPr>
              <a:t>Aplicativo</a:t>
            </a: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ea typeface="Fira Sans Condensed Light"/>
                <a:cs typeface="Times New Roman" panose="02020603050405020304" pitchFamily="18" charset="0"/>
                <a:sym typeface="Fira Sans Condensed Light"/>
              </a:rPr>
              <a:t>Colaboración</a:t>
            </a: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ea typeface="Fira Sans Condensed Light"/>
                <a:cs typeface="Times New Roman" panose="02020603050405020304" pitchFamily="18" charset="0"/>
                <a:sym typeface="Fira Sans Condensed Light"/>
              </a:rPr>
              <a:t>Datos y Data </a:t>
            </a:r>
            <a:r>
              <a:rPr lang="es-ES" sz="1600" dirty="0" err="1">
                <a:solidFill>
                  <a:schemeClr val="accent4"/>
                </a:solidFill>
                <a:latin typeface="Fira Sans Condensed Light" panose="020B0604020202020204" charset="0"/>
                <a:ea typeface="Fira Sans Condensed Light"/>
                <a:cs typeface="Times New Roman" panose="02020603050405020304" pitchFamily="18" charset="0"/>
                <a:sym typeface="Fira Sans Condensed Light"/>
              </a:rPr>
              <a:t>Warehouse</a:t>
            </a:r>
            <a:endParaRPr lang="es-ES" sz="1600" dirty="0">
              <a:solidFill>
                <a:schemeClr val="accent4"/>
              </a:solidFill>
              <a:latin typeface="Fira Sans Condensed Light" panose="020B0604020202020204" charset="0"/>
              <a:ea typeface="Fira Sans Condensed Light"/>
              <a:cs typeface="Times New Roman" panose="02020603050405020304" pitchFamily="18" charset="0"/>
              <a:sym typeface="Fira Sans Condensed Light"/>
            </a:endParaRP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ea typeface="Fira Sans Condensed Light"/>
                <a:cs typeface="Times New Roman" panose="02020603050405020304" pitchFamily="18" charset="0"/>
                <a:sym typeface="Fira Sans Condensed Light"/>
              </a:rPr>
              <a:t>Telecomunicaciones</a:t>
            </a: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ea typeface="Fira Sans Condensed Light"/>
                <a:cs typeface="Times New Roman" panose="02020603050405020304" pitchFamily="18" charset="0"/>
                <a:sym typeface="Fira Sans Condensed Light"/>
              </a:rPr>
              <a:t>Cómputo</a:t>
            </a: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ea typeface="Fira Sans Condensed Light"/>
                <a:cs typeface="Times New Roman" panose="02020603050405020304" pitchFamily="18" charset="0"/>
                <a:sym typeface="Fira Sans Condensed Light"/>
              </a:rPr>
              <a:t>Seguridad</a:t>
            </a: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ea typeface="Fira Sans Condensed Light"/>
                <a:cs typeface="Times New Roman" panose="02020603050405020304" pitchFamily="18" charset="0"/>
                <a:sym typeface="Fira Sans Condensed Light"/>
              </a:rPr>
              <a:t>Internet/Extranet</a:t>
            </a: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ea typeface="Fira Sans Condensed Light"/>
                <a:cs typeface="Times New Roman" panose="02020603050405020304" pitchFamily="18" charset="0"/>
                <a:sym typeface="Fira Sans Condensed Light"/>
              </a:rPr>
              <a:t>Administración de Sistemas</a:t>
            </a:r>
          </a:p>
          <a:p>
            <a:pPr algn="just">
              <a:buFont typeface="Arial" pitchFamily="34" charset="0"/>
              <a:buChar char="•"/>
            </a:pPr>
            <a:endParaRPr lang="es-ES" sz="1600" dirty="0">
              <a:solidFill>
                <a:schemeClr val="accent4"/>
              </a:solidFill>
              <a:latin typeface="Fira Sans Condensed Light" panose="020B0604020202020204" charset="0"/>
              <a:ea typeface="Fira Sans Condensed Light"/>
              <a:cs typeface="Times New Roman" panose="02020603050405020304" pitchFamily="18" charset="0"/>
              <a:sym typeface="Fira Sans Condensed Light"/>
            </a:endParaRPr>
          </a:p>
          <a:p>
            <a:pPr algn="just">
              <a:buFont typeface="Arial" pitchFamily="34" charset="0"/>
              <a:buChar char="•"/>
            </a:pPr>
            <a:endParaRPr lang="es-ES" sz="1600" dirty="0">
              <a:solidFill>
                <a:schemeClr val="accent4"/>
              </a:solidFill>
              <a:latin typeface="Fira Sans Condensed Light" panose="020B0604020202020204" charset="0"/>
              <a:ea typeface="Fira Sans Condensed Light"/>
              <a:cs typeface="Times New Roman" panose="02020603050405020304" pitchFamily="18" charset="0"/>
              <a:sym typeface="Fira Sans Condensed Light"/>
            </a:endParaRPr>
          </a:p>
          <a:p>
            <a:pPr algn="just"/>
            <a:endParaRPr lang="es-ES" dirty="0">
              <a:solidFill>
                <a:srgbClr val="F3F3F3"/>
              </a:solidFill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sp>
        <p:nvSpPr>
          <p:cNvPr id="10" name="9 Flecha derecha"/>
          <p:cNvSpPr/>
          <p:nvPr/>
        </p:nvSpPr>
        <p:spPr>
          <a:xfrm>
            <a:off x="4582885" y="2329542"/>
            <a:ext cx="239486" cy="174172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10 Flecha derecha"/>
          <p:cNvSpPr/>
          <p:nvPr/>
        </p:nvSpPr>
        <p:spPr>
          <a:xfrm>
            <a:off x="4582885" y="2569028"/>
            <a:ext cx="239486" cy="174172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11 Flecha derecha"/>
          <p:cNvSpPr/>
          <p:nvPr/>
        </p:nvSpPr>
        <p:spPr>
          <a:xfrm>
            <a:off x="4593771" y="2841171"/>
            <a:ext cx="239486" cy="174172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12 Flecha derecha"/>
          <p:cNvSpPr/>
          <p:nvPr/>
        </p:nvSpPr>
        <p:spPr>
          <a:xfrm>
            <a:off x="4582885" y="3091542"/>
            <a:ext cx="239486" cy="174172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13 Flecha derecha"/>
          <p:cNvSpPr/>
          <p:nvPr/>
        </p:nvSpPr>
        <p:spPr>
          <a:xfrm>
            <a:off x="4582884" y="3320142"/>
            <a:ext cx="239486" cy="174172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14 Flecha derecha"/>
          <p:cNvSpPr/>
          <p:nvPr/>
        </p:nvSpPr>
        <p:spPr>
          <a:xfrm>
            <a:off x="4582884" y="3559627"/>
            <a:ext cx="239486" cy="174172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15 Flecha derecha"/>
          <p:cNvSpPr/>
          <p:nvPr/>
        </p:nvSpPr>
        <p:spPr>
          <a:xfrm>
            <a:off x="4571998" y="3799113"/>
            <a:ext cx="239486" cy="174172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16 Flecha derecha"/>
          <p:cNvSpPr/>
          <p:nvPr/>
        </p:nvSpPr>
        <p:spPr>
          <a:xfrm>
            <a:off x="4571998" y="4038599"/>
            <a:ext cx="239486" cy="174172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67637" y="901712"/>
            <a:ext cx="7600707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Arquitectura de Tecnología de Información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DISEÑO</a:t>
            </a: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20642" y="1418462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55" name="Google Shape;1603;p42"/>
          <p:cNvSpPr txBox="1"/>
          <p:nvPr/>
        </p:nvSpPr>
        <p:spPr>
          <a:xfrm>
            <a:off x="557163" y="1879178"/>
            <a:ext cx="3524980" cy="1658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Arquitectura de procesos de negocio</a:t>
            </a: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Define la estrategia del negocio, sus políticas, organizaciones y procesos clave. La Arquitectura de TI necesita sustentar los objetivos de la Institución</a:t>
            </a:r>
            <a:endParaRPr lang="es-ES" dirty="0">
              <a:solidFill>
                <a:srgbClr val="F3F3F3"/>
              </a:solidFill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sp>
        <p:nvSpPr>
          <p:cNvPr id="8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562" name="Picture 2" descr="La Gestión por Procesos de Negocio (Business Process Managament – BPM) |  Collell &amp; Asociados, C.A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988832" y="1714046"/>
            <a:ext cx="3012168" cy="299088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67637" y="901712"/>
            <a:ext cx="7600707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Arquitectura de Tecnología de Información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DISEÑO</a:t>
            </a: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20642" y="1418462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8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1603;p42"/>
          <p:cNvSpPr txBox="1"/>
          <p:nvPr/>
        </p:nvSpPr>
        <p:spPr>
          <a:xfrm>
            <a:off x="348345" y="1933604"/>
            <a:ext cx="3091541" cy="2235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Arquitectura de aplicaciones</a:t>
            </a:r>
            <a:endParaRPr lang="es-ES" sz="16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ea typeface="Fira Sans Condensed Light"/>
                <a:cs typeface="Times New Roman" panose="02020603050405020304" pitchFamily="18" charset="0"/>
                <a:sym typeface="Fira Sans Condensed Light"/>
              </a:rPr>
              <a:t>Define el diseño de los sistemas y aplicaciones que serán desarrolladas, sus interacciones y sus relaciones con los procesos de organización •Las aplicaciones usan los servicios de la arquitectura de TI para lograr características tales como interoperabilidad, seguridad, etc.</a:t>
            </a:r>
          </a:p>
          <a:p>
            <a:pPr algn="just">
              <a:buFont typeface="Arial" pitchFamily="34" charset="0"/>
              <a:buChar char="•"/>
            </a:pPr>
            <a:endParaRPr lang="es-ES" sz="1600" dirty="0">
              <a:solidFill>
                <a:schemeClr val="accent4"/>
              </a:solidFill>
              <a:latin typeface="Fira Sans Condensed Light" panose="020B0604020202020204" charset="0"/>
              <a:ea typeface="Fira Sans Condensed Light"/>
              <a:cs typeface="Times New Roman" panose="02020603050405020304" pitchFamily="18" charset="0"/>
              <a:sym typeface="Fira Sans Condensed Light"/>
            </a:endParaRPr>
          </a:p>
          <a:p>
            <a:pPr algn="just"/>
            <a:endParaRPr lang="es-ES" dirty="0">
              <a:solidFill>
                <a:srgbClr val="F3F3F3"/>
              </a:solidFill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sp>
        <p:nvSpPr>
          <p:cNvPr id="70658" name="AutoShape 2" descr="Arquitectura de aplicación Web centrada en el usuario por capas. | Download  Scientific Diagra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70660" name="Picture 4" descr="Arquitectura de aplicación Web centrada en el usuario por capas. | Download  Scientific Diagram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508377" y="2013857"/>
            <a:ext cx="5484823" cy="267788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67637" y="901712"/>
            <a:ext cx="7600707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Arquitectura de Tecnología de Información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DISEÑO</a:t>
            </a: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20642" y="1418462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8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603;p42"/>
          <p:cNvSpPr txBox="1"/>
          <p:nvPr/>
        </p:nvSpPr>
        <p:spPr>
          <a:xfrm>
            <a:off x="380998" y="1900949"/>
            <a:ext cx="2960915" cy="2551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Arquitectura de datos</a:t>
            </a:r>
            <a:endParaRPr lang="es-ES" sz="16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ea typeface="Fira Sans Condensed Light"/>
                <a:cs typeface="Times New Roman" panose="02020603050405020304" pitchFamily="18" charset="0"/>
                <a:sym typeface="Fira Sans Condensed Light"/>
              </a:rPr>
              <a:t>Describe la estructura de datos física y lógica de una organización y los recursos para administrar los datos La arquitectura de TI deberá sustentar requerimientos tales como de almacenamiento, acceso, procesamiento, distribución y seguridad</a:t>
            </a:r>
          </a:p>
          <a:p>
            <a:pPr algn="just">
              <a:buFont typeface="Arial" pitchFamily="34" charset="0"/>
              <a:buChar char="•"/>
            </a:pPr>
            <a:endParaRPr lang="es-ES" sz="1600" dirty="0">
              <a:solidFill>
                <a:schemeClr val="accent4"/>
              </a:solidFill>
              <a:latin typeface="Fira Sans Condensed Light" panose="020B0604020202020204" charset="0"/>
              <a:ea typeface="Fira Sans Condensed Light"/>
              <a:cs typeface="Times New Roman" panose="02020603050405020304" pitchFamily="18" charset="0"/>
              <a:sym typeface="Fira Sans Condensed Light"/>
            </a:endParaRPr>
          </a:p>
          <a:p>
            <a:pPr algn="just"/>
            <a:endParaRPr lang="es-ES" dirty="0">
              <a:solidFill>
                <a:srgbClr val="F3F3F3"/>
              </a:solidFill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pic>
        <p:nvPicPr>
          <p:cNvPr id="68610" name="Picture 2" descr="2.4 Inteligencia de negocios | Gestión de la información cuantitativa en  las universidades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715204" y="1861458"/>
            <a:ext cx="5069711" cy="309358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33"/>
          <p:cNvSpPr txBox="1">
            <a:spLocks noGrp="1"/>
          </p:cNvSpPr>
          <p:nvPr>
            <p:ph type="title"/>
          </p:nvPr>
        </p:nvSpPr>
        <p:spPr>
          <a:xfrm>
            <a:off x="1960178" y="452645"/>
            <a:ext cx="4897589" cy="5834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METODOLOGÍA CRISP DM</a:t>
            </a:r>
            <a:endParaRPr dirty="0"/>
          </a:p>
        </p:txBody>
      </p:sp>
      <p:pic>
        <p:nvPicPr>
          <p:cNvPr id="6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cxnSp>
        <p:nvCxnSpPr>
          <p:cNvPr id="8" name="Google Shape;137;p27"/>
          <p:cNvCxnSpPr/>
          <p:nvPr/>
        </p:nvCxnSpPr>
        <p:spPr>
          <a:xfrm>
            <a:off x="1972511" y="435546"/>
            <a:ext cx="0" cy="6306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36866" name="Picture 2" descr="Carrera de Desarrollo de Software en ISIL - Cuotas desde S/ 540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74871" y="280386"/>
            <a:ext cx="1608094" cy="904553"/>
          </a:xfrm>
          <a:prstGeom prst="rect">
            <a:avLst/>
          </a:prstGeom>
          <a:noFill/>
        </p:spPr>
      </p:pic>
      <p:sp>
        <p:nvSpPr>
          <p:cNvPr id="7" name="Google Shape;136;p27"/>
          <p:cNvSpPr txBox="1">
            <a:spLocks/>
          </p:cNvSpPr>
          <p:nvPr/>
        </p:nvSpPr>
        <p:spPr>
          <a:xfrm>
            <a:off x="283779" y="4993122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C6907A6B-5948-3048-4E59-27D9DD901F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16639"/>
            <a:ext cx="9144000" cy="3546475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31377348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2" descr="Analítica de Datos Aplicada a Riesgos Laborales y Seguridad y Salud en el  Trabajo | Universidad de Bogotá Jorge Tadeo Lozan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</p:spPr>
      </p:pic>
      <p:sp>
        <p:nvSpPr>
          <p:cNvPr id="699" name="Google Shape;699;p36"/>
          <p:cNvSpPr txBox="1">
            <a:spLocks noGrp="1"/>
          </p:cNvSpPr>
          <p:nvPr>
            <p:ph type="title"/>
          </p:nvPr>
        </p:nvSpPr>
        <p:spPr>
          <a:xfrm>
            <a:off x="1066941" y="509825"/>
            <a:ext cx="432486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ANALÍTICA DE DATOS</a:t>
            </a:r>
            <a:endParaRPr dirty="0"/>
          </a:p>
        </p:txBody>
      </p:sp>
      <p:sp>
        <p:nvSpPr>
          <p:cNvPr id="700" name="Google Shape;700;p36"/>
          <p:cNvSpPr txBox="1">
            <a:spLocks noGrp="1"/>
          </p:cNvSpPr>
          <p:nvPr>
            <p:ph type="subTitle" idx="4294967295"/>
          </p:nvPr>
        </p:nvSpPr>
        <p:spPr>
          <a:xfrm>
            <a:off x="409516" y="3551274"/>
            <a:ext cx="2252610" cy="1210527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noAutofit/>
          </a:bodyPr>
          <a:lstStyle/>
          <a:p>
            <a:pPr marL="0" lvl="0" indent="0" algn="ctr">
              <a:lnSpc>
                <a:spcPct val="100000"/>
              </a:lnSpc>
              <a:spcAft>
                <a:spcPts val="1600"/>
              </a:spcAft>
              <a:buNone/>
            </a:pPr>
            <a:r>
              <a:rPr lang="es-ES" sz="1400" dirty="0"/>
              <a:t>Consideración de valores atípicos y valores faltantes, así como suavizado de datos para identificar posibles modelos.</a:t>
            </a:r>
          </a:p>
        </p:txBody>
      </p:sp>
      <p:sp>
        <p:nvSpPr>
          <p:cNvPr id="701" name="Google Shape;701;p36"/>
          <p:cNvSpPr txBox="1">
            <a:spLocks noGrp="1"/>
          </p:cNvSpPr>
          <p:nvPr>
            <p:ph type="subTitle" idx="4294967295"/>
          </p:nvPr>
        </p:nvSpPr>
        <p:spPr>
          <a:xfrm>
            <a:off x="3626068" y="3779475"/>
            <a:ext cx="1891861" cy="7839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noAutofit/>
          </a:bodyPr>
          <a:lstStyle/>
          <a:p>
            <a:pPr marL="0" lvl="0" indent="0" algn="ctr">
              <a:lnSpc>
                <a:spcPct val="100000"/>
              </a:lnSpc>
              <a:spcAft>
                <a:spcPts val="1600"/>
              </a:spcAft>
              <a:buNone/>
            </a:pPr>
            <a:r>
              <a:rPr lang="es-ES" sz="1400" dirty="0"/>
              <a:t>Cálculo de estadísticas básicas para describir la ubicación, escala y forma generales de los datos.</a:t>
            </a:r>
          </a:p>
        </p:txBody>
      </p:sp>
      <p:sp>
        <p:nvSpPr>
          <p:cNvPr id="702" name="Google Shape;702;p36"/>
          <p:cNvSpPr txBox="1">
            <a:spLocks noGrp="1"/>
          </p:cNvSpPr>
          <p:nvPr>
            <p:ph type="subTitle" idx="4294967295"/>
          </p:nvPr>
        </p:nvSpPr>
        <p:spPr>
          <a:xfrm>
            <a:off x="1387367" y="1125848"/>
            <a:ext cx="3142288" cy="987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/>
          <a:p>
            <a:pPr marL="0" lvl="0" indent="0" algn="ctr">
              <a:lnSpc>
                <a:spcPct val="100000"/>
              </a:lnSpc>
              <a:spcAft>
                <a:spcPts val="1600"/>
              </a:spcAft>
              <a:buNone/>
            </a:pPr>
            <a:r>
              <a:rPr lang="es-ES" sz="1400" dirty="0"/>
              <a:t>Consideración de valores atípicos y valores faltantes, así como suavizado de datos para identificar posibles modelos.</a:t>
            </a:r>
          </a:p>
        </p:txBody>
      </p:sp>
      <p:sp>
        <p:nvSpPr>
          <p:cNvPr id="703" name="Google Shape;703;p36"/>
          <p:cNvSpPr txBox="1">
            <a:spLocks noGrp="1"/>
          </p:cNvSpPr>
          <p:nvPr>
            <p:ph type="subTitle" idx="4294967295"/>
          </p:nvPr>
        </p:nvSpPr>
        <p:spPr>
          <a:xfrm>
            <a:off x="6897400" y="3779475"/>
            <a:ext cx="1532400" cy="7839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 dirty="0">
                <a:solidFill>
                  <a:srgbClr val="F3F3F3"/>
                </a:solidFill>
              </a:rPr>
              <a:t>Busqueda de correlación de los datos.</a:t>
            </a:r>
            <a:endParaRPr sz="1400" dirty="0">
              <a:solidFill>
                <a:srgbClr val="F3F3F3"/>
              </a:solidFill>
            </a:endParaRPr>
          </a:p>
        </p:txBody>
      </p:sp>
      <p:sp>
        <p:nvSpPr>
          <p:cNvPr id="704" name="Google Shape;704;p36"/>
          <p:cNvSpPr txBox="1">
            <a:spLocks noGrp="1"/>
          </p:cNvSpPr>
          <p:nvPr>
            <p:ph type="subTitle" idx="4294967295"/>
          </p:nvPr>
        </p:nvSpPr>
        <p:spPr>
          <a:xfrm>
            <a:off x="4858350" y="1421791"/>
            <a:ext cx="2574321" cy="987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/>
          <a:p>
            <a:pPr marL="0" lvl="0" indent="0" algn="ctr">
              <a:lnSpc>
                <a:spcPct val="100000"/>
              </a:lnSpc>
              <a:spcAft>
                <a:spcPts val="1600"/>
              </a:spcAft>
              <a:buNone/>
            </a:pPr>
            <a:r>
              <a:rPr lang="es-ES" sz="1400" dirty="0"/>
              <a:t>Representación gráfica de datos para identificar patrones y tendencias.</a:t>
            </a:r>
          </a:p>
        </p:txBody>
      </p:sp>
      <p:sp>
        <p:nvSpPr>
          <p:cNvPr id="705" name="Google Shape;705;p36"/>
          <p:cNvSpPr txBox="1">
            <a:spLocks noGrp="1"/>
          </p:cNvSpPr>
          <p:nvPr>
            <p:ph type="subTitle" idx="4294967295"/>
          </p:nvPr>
        </p:nvSpPr>
        <p:spPr>
          <a:xfrm>
            <a:off x="1954923" y="2013705"/>
            <a:ext cx="2096586" cy="371400"/>
          </a:xfrm>
          <a:prstGeom prst="rect">
            <a:avLst/>
          </a:prstGeom>
        </p:spPr>
        <p:txBody>
          <a:bodyPr spcFirstLastPara="1" wrap="square" lIns="91425" tIns="255600" rIns="91425" bIns="0" anchor="ctr" anchorCtr="0">
            <a:noAutofit/>
          </a:bodyPr>
          <a:lstStyle/>
          <a:p>
            <a:pPr marL="0" lvl="0" indent="0" algn="ctr">
              <a:lnSpc>
                <a:spcPct val="100000"/>
              </a:lnSpc>
              <a:spcAft>
                <a:spcPts val="1600"/>
              </a:spcAft>
              <a:buNone/>
            </a:pPr>
            <a:r>
              <a:rPr lang="es-ES" sz="1800" b="1" dirty="0">
                <a:latin typeface="Rajdhani"/>
                <a:ea typeface="Rajdhani"/>
                <a:cs typeface="Rajdhani"/>
                <a:sym typeface="Rajdhani"/>
              </a:rPr>
              <a:t>PRE-PROCESAMIENTO</a:t>
            </a:r>
          </a:p>
        </p:txBody>
      </p:sp>
      <p:sp>
        <p:nvSpPr>
          <p:cNvPr id="706" name="Google Shape;706;p36"/>
          <p:cNvSpPr txBox="1">
            <a:spLocks noGrp="1"/>
          </p:cNvSpPr>
          <p:nvPr>
            <p:ph type="subTitle" idx="4294967295"/>
          </p:nvPr>
        </p:nvSpPr>
        <p:spPr>
          <a:xfrm>
            <a:off x="5288600" y="2125814"/>
            <a:ext cx="1658400" cy="371400"/>
          </a:xfrm>
          <a:prstGeom prst="rect">
            <a:avLst/>
          </a:prstGeom>
        </p:spPr>
        <p:txBody>
          <a:bodyPr spcFirstLastPara="1" wrap="square" lIns="91425" tIns="255600" rIns="91425" bIns="0" anchor="ctr" anchorCtr="0">
            <a:noAutofit/>
          </a:bodyPr>
          <a:lstStyle/>
          <a:p>
            <a:pPr marL="0" lvl="0" indent="0" algn="ctr">
              <a:lnSpc>
                <a:spcPct val="100000"/>
              </a:lnSpc>
              <a:spcAft>
                <a:spcPts val="1600"/>
              </a:spcAft>
              <a:buNone/>
            </a:pPr>
            <a:r>
              <a:rPr lang="es-ES" sz="1800" b="1" dirty="0">
                <a:latin typeface="Rajdhani"/>
                <a:ea typeface="Rajdhani"/>
                <a:cs typeface="Rajdhani"/>
                <a:sym typeface="Rajdhani"/>
              </a:rPr>
              <a:t>VISUALIZACIÓN</a:t>
            </a:r>
          </a:p>
        </p:txBody>
      </p:sp>
      <p:sp>
        <p:nvSpPr>
          <p:cNvPr id="707" name="Google Shape;707;p36"/>
          <p:cNvSpPr txBox="1">
            <a:spLocks noGrp="1"/>
          </p:cNvSpPr>
          <p:nvPr>
            <p:ph type="subTitle" idx="4294967295"/>
          </p:nvPr>
        </p:nvSpPr>
        <p:spPr>
          <a:xfrm>
            <a:off x="325821" y="3283565"/>
            <a:ext cx="2378346" cy="371400"/>
          </a:xfrm>
          <a:prstGeom prst="rect">
            <a:avLst/>
          </a:prstGeom>
        </p:spPr>
        <p:txBody>
          <a:bodyPr spcFirstLastPara="1" wrap="square" lIns="91425" tIns="25560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 b="1" dirty="0">
                <a:latin typeface="Rajdhani"/>
                <a:ea typeface="Rajdhani"/>
                <a:cs typeface="Rajdhani"/>
                <a:sym typeface="Rajdhani"/>
              </a:rPr>
              <a:t>EXTRACCIÓN DE DATOS</a:t>
            </a:r>
            <a:endParaRPr sz="1800" b="1" dirty="0">
              <a:solidFill>
                <a:srgbClr val="F3F3F3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708" name="Google Shape;708;p36"/>
          <p:cNvSpPr txBox="1">
            <a:spLocks noGrp="1"/>
          </p:cNvSpPr>
          <p:nvPr>
            <p:ph type="subTitle" idx="4294967295"/>
          </p:nvPr>
        </p:nvSpPr>
        <p:spPr>
          <a:xfrm>
            <a:off x="6834400" y="3401014"/>
            <a:ext cx="1658400" cy="371400"/>
          </a:xfrm>
          <a:prstGeom prst="rect">
            <a:avLst/>
          </a:prstGeom>
        </p:spPr>
        <p:txBody>
          <a:bodyPr spcFirstLastPara="1" wrap="square" lIns="91425" tIns="25560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 b="1" dirty="0">
                <a:latin typeface="Rajdhani"/>
                <a:ea typeface="Rajdhani"/>
                <a:cs typeface="Rajdhani"/>
                <a:sym typeface="Rajdhani"/>
              </a:rPr>
              <a:t>CORRELACIÓN</a:t>
            </a:r>
            <a:endParaRPr sz="1800" b="1" dirty="0">
              <a:solidFill>
                <a:srgbClr val="F3F3F3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709" name="Google Shape;709;p36"/>
          <p:cNvSpPr txBox="1">
            <a:spLocks noGrp="1"/>
          </p:cNvSpPr>
          <p:nvPr>
            <p:ph type="subTitle" idx="4294967295"/>
          </p:nvPr>
        </p:nvSpPr>
        <p:spPr>
          <a:xfrm>
            <a:off x="3394842" y="3348462"/>
            <a:ext cx="2280745" cy="371400"/>
          </a:xfrm>
          <a:prstGeom prst="rect">
            <a:avLst/>
          </a:prstGeom>
        </p:spPr>
        <p:txBody>
          <a:bodyPr spcFirstLastPara="1" wrap="square" lIns="91425" tIns="255600" rIns="91425" bIns="0" anchor="ctr" anchorCtr="0">
            <a:noAutofit/>
          </a:bodyPr>
          <a:lstStyle/>
          <a:p>
            <a:pPr marL="0" lvl="0" indent="0" algn="ctr">
              <a:lnSpc>
                <a:spcPct val="100000"/>
              </a:lnSpc>
              <a:spcAft>
                <a:spcPts val="1600"/>
              </a:spcAft>
              <a:buNone/>
            </a:pPr>
            <a:r>
              <a:rPr lang="es-ES" sz="1800" b="1" dirty="0">
                <a:latin typeface="Rajdhani"/>
                <a:ea typeface="Rajdhani"/>
                <a:cs typeface="Rajdhani"/>
                <a:sym typeface="Rajdhani"/>
              </a:rPr>
              <a:t>Resumen o Extracción de Características</a:t>
            </a:r>
          </a:p>
        </p:txBody>
      </p:sp>
      <p:sp>
        <p:nvSpPr>
          <p:cNvPr id="710" name="Google Shape;710;p36"/>
          <p:cNvSpPr/>
          <p:nvPr/>
        </p:nvSpPr>
        <p:spPr>
          <a:xfrm>
            <a:off x="1194250" y="2676375"/>
            <a:ext cx="572700" cy="572700"/>
          </a:xfrm>
          <a:prstGeom prst="ellipse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11" name="Google Shape;711;p36"/>
          <p:cNvSpPr/>
          <p:nvPr/>
        </p:nvSpPr>
        <p:spPr>
          <a:xfrm>
            <a:off x="2739950" y="2676375"/>
            <a:ext cx="572700" cy="572700"/>
          </a:xfrm>
          <a:prstGeom prst="ellipse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12" name="Google Shape;712;p36"/>
          <p:cNvSpPr/>
          <p:nvPr/>
        </p:nvSpPr>
        <p:spPr>
          <a:xfrm>
            <a:off x="4285650" y="2676375"/>
            <a:ext cx="572700" cy="572700"/>
          </a:xfrm>
          <a:prstGeom prst="ellipse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13" name="Google Shape;713;p36"/>
          <p:cNvSpPr/>
          <p:nvPr/>
        </p:nvSpPr>
        <p:spPr>
          <a:xfrm>
            <a:off x="5831350" y="2676375"/>
            <a:ext cx="572700" cy="572700"/>
          </a:xfrm>
          <a:prstGeom prst="ellipse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14" name="Google Shape;714;p36"/>
          <p:cNvSpPr/>
          <p:nvPr/>
        </p:nvSpPr>
        <p:spPr>
          <a:xfrm>
            <a:off x="7377050" y="2676375"/>
            <a:ext cx="572700" cy="572700"/>
          </a:xfrm>
          <a:prstGeom prst="ellipse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715" name="Google Shape;715;p36"/>
          <p:cNvCxnSpPr>
            <a:stCxn id="710" idx="6"/>
            <a:endCxn id="711" idx="2"/>
          </p:cNvCxnSpPr>
          <p:nvPr/>
        </p:nvCxnSpPr>
        <p:spPr>
          <a:xfrm>
            <a:off x="1766950" y="2962725"/>
            <a:ext cx="972900" cy="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16" name="Google Shape;716;p36"/>
          <p:cNvCxnSpPr>
            <a:stCxn id="711" idx="6"/>
            <a:endCxn id="712" idx="2"/>
          </p:cNvCxnSpPr>
          <p:nvPr/>
        </p:nvCxnSpPr>
        <p:spPr>
          <a:xfrm>
            <a:off x="3312650" y="2962725"/>
            <a:ext cx="972900" cy="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17" name="Google Shape;717;p36"/>
          <p:cNvCxnSpPr>
            <a:stCxn id="712" idx="6"/>
            <a:endCxn id="713" idx="2"/>
          </p:cNvCxnSpPr>
          <p:nvPr/>
        </p:nvCxnSpPr>
        <p:spPr>
          <a:xfrm>
            <a:off x="4858350" y="2962725"/>
            <a:ext cx="972900" cy="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18" name="Google Shape;718;p36"/>
          <p:cNvCxnSpPr>
            <a:stCxn id="713" idx="6"/>
            <a:endCxn id="714" idx="2"/>
          </p:cNvCxnSpPr>
          <p:nvPr/>
        </p:nvCxnSpPr>
        <p:spPr>
          <a:xfrm>
            <a:off x="6404050" y="2962725"/>
            <a:ext cx="972900" cy="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" name="Google Shape;719;p36"/>
          <p:cNvGrpSpPr/>
          <p:nvPr/>
        </p:nvGrpSpPr>
        <p:grpSpPr>
          <a:xfrm>
            <a:off x="1332734" y="2826965"/>
            <a:ext cx="288452" cy="275353"/>
            <a:chOff x="4126815" y="2760704"/>
            <a:chExt cx="380393" cy="363118"/>
          </a:xfrm>
        </p:grpSpPr>
        <p:sp>
          <p:nvSpPr>
            <p:cNvPr id="720" name="Google Shape;720;p36"/>
            <p:cNvSpPr/>
            <p:nvPr/>
          </p:nvSpPr>
          <p:spPr>
            <a:xfrm>
              <a:off x="4219825" y="2822435"/>
              <a:ext cx="103267" cy="29056"/>
            </a:xfrm>
            <a:custGeom>
              <a:avLst/>
              <a:gdLst/>
              <a:ahLst/>
              <a:cxnLst/>
              <a:rect l="l" t="t" r="r" b="b"/>
              <a:pathLst>
                <a:path w="3252" h="915" extrusionOk="0">
                  <a:moveTo>
                    <a:pt x="1620" y="0"/>
                  </a:moveTo>
                  <a:cubicBezTo>
                    <a:pt x="1025" y="0"/>
                    <a:pt x="477" y="215"/>
                    <a:pt x="60" y="631"/>
                  </a:cubicBezTo>
                  <a:cubicBezTo>
                    <a:pt x="1" y="691"/>
                    <a:pt x="1" y="810"/>
                    <a:pt x="60" y="869"/>
                  </a:cubicBezTo>
                  <a:cubicBezTo>
                    <a:pt x="90" y="899"/>
                    <a:pt x="132" y="914"/>
                    <a:pt x="175" y="914"/>
                  </a:cubicBezTo>
                  <a:cubicBezTo>
                    <a:pt x="218" y="914"/>
                    <a:pt x="263" y="899"/>
                    <a:pt x="298" y="869"/>
                  </a:cubicBezTo>
                  <a:cubicBezTo>
                    <a:pt x="656" y="512"/>
                    <a:pt x="1120" y="322"/>
                    <a:pt x="1620" y="322"/>
                  </a:cubicBezTo>
                  <a:cubicBezTo>
                    <a:pt x="2132" y="322"/>
                    <a:pt x="2596" y="512"/>
                    <a:pt x="2953" y="869"/>
                  </a:cubicBezTo>
                  <a:cubicBezTo>
                    <a:pt x="2983" y="899"/>
                    <a:pt x="3028" y="914"/>
                    <a:pt x="3073" y="914"/>
                  </a:cubicBezTo>
                  <a:cubicBezTo>
                    <a:pt x="3117" y="914"/>
                    <a:pt x="3162" y="899"/>
                    <a:pt x="3192" y="869"/>
                  </a:cubicBezTo>
                  <a:cubicBezTo>
                    <a:pt x="3251" y="810"/>
                    <a:pt x="3251" y="691"/>
                    <a:pt x="3192" y="631"/>
                  </a:cubicBezTo>
                  <a:cubicBezTo>
                    <a:pt x="2775" y="215"/>
                    <a:pt x="2215" y="0"/>
                    <a:pt x="1620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1" name="Google Shape;721;p36"/>
            <p:cNvSpPr/>
            <p:nvPr/>
          </p:nvSpPr>
          <p:spPr>
            <a:xfrm>
              <a:off x="4126815" y="2760704"/>
              <a:ext cx="380393" cy="363118"/>
            </a:xfrm>
            <a:custGeom>
              <a:avLst/>
              <a:gdLst/>
              <a:ahLst/>
              <a:cxnLst/>
              <a:rect l="l" t="t" r="r" b="b"/>
              <a:pathLst>
                <a:path w="11979" h="11435" extrusionOk="0">
                  <a:moveTo>
                    <a:pt x="7621" y="6921"/>
                  </a:moveTo>
                  <a:lnTo>
                    <a:pt x="8061" y="7373"/>
                  </a:lnTo>
                  <a:lnTo>
                    <a:pt x="7787" y="7659"/>
                  </a:lnTo>
                  <a:lnTo>
                    <a:pt x="7335" y="7207"/>
                  </a:lnTo>
                  <a:cubicBezTo>
                    <a:pt x="7442" y="7123"/>
                    <a:pt x="7526" y="7016"/>
                    <a:pt x="7621" y="6921"/>
                  </a:cubicBezTo>
                  <a:close/>
                  <a:moveTo>
                    <a:pt x="4552" y="328"/>
                  </a:moveTo>
                  <a:cubicBezTo>
                    <a:pt x="5525" y="328"/>
                    <a:pt x="6496" y="700"/>
                    <a:pt x="7228" y="1444"/>
                  </a:cubicBezTo>
                  <a:cubicBezTo>
                    <a:pt x="8645" y="2861"/>
                    <a:pt x="8704" y="5076"/>
                    <a:pt x="7466" y="6564"/>
                  </a:cubicBezTo>
                  <a:cubicBezTo>
                    <a:pt x="7311" y="6766"/>
                    <a:pt x="7156" y="6909"/>
                    <a:pt x="6978" y="7064"/>
                  </a:cubicBezTo>
                  <a:cubicBezTo>
                    <a:pt x="6279" y="7651"/>
                    <a:pt x="5417" y="7944"/>
                    <a:pt x="4554" y="7944"/>
                  </a:cubicBezTo>
                  <a:cubicBezTo>
                    <a:pt x="3579" y="7944"/>
                    <a:pt x="2603" y="7571"/>
                    <a:pt x="1858" y="6826"/>
                  </a:cubicBezTo>
                  <a:cubicBezTo>
                    <a:pt x="370" y="5338"/>
                    <a:pt x="370" y="2921"/>
                    <a:pt x="1858" y="1444"/>
                  </a:cubicBezTo>
                  <a:cubicBezTo>
                    <a:pt x="2602" y="700"/>
                    <a:pt x="3579" y="328"/>
                    <a:pt x="4552" y="328"/>
                  </a:cubicBezTo>
                  <a:close/>
                  <a:moveTo>
                    <a:pt x="8518" y="7440"/>
                  </a:moveTo>
                  <a:cubicBezTo>
                    <a:pt x="8550" y="7440"/>
                    <a:pt x="8580" y="7453"/>
                    <a:pt x="8597" y="7481"/>
                  </a:cubicBezTo>
                  <a:lnTo>
                    <a:pt x="9061" y="7897"/>
                  </a:lnTo>
                  <a:lnTo>
                    <a:pt x="8276" y="8683"/>
                  </a:lnTo>
                  <a:lnTo>
                    <a:pt x="7883" y="8195"/>
                  </a:lnTo>
                  <a:cubicBezTo>
                    <a:pt x="7847" y="8135"/>
                    <a:pt x="7847" y="8052"/>
                    <a:pt x="7883" y="8016"/>
                  </a:cubicBezTo>
                  <a:lnTo>
                    <a:pt x="8418" y="7481"/>
                  </a:lnTo>
                  <a:cubicBezTo>
                    <a:pt x="8444" y="7456"/>
                    <a:pt x="8482" y="7440"/>
                    <a:pt x="8518" y="7440"/>
                  </a:cubicBezTo>
                  <a:close/>
                  <a:moveTo>
                    <a:pt x="9335" y="8100"/>
                  </a:moveTo>
                  <a:lnTo>
                    <a:pt x="11252" y="9779"/>
                  </a:lnTo>
                  <a:cubicBezTo>
                    <a:pt x="11574" y="10064"/>
                    <a:pt x="11597" y="10576"/>
                    <a:pt x="11276" y="10886"/>
                  </a:cubicBezTo>
                  <a:cubicBezTo>
                    <a:pt x="11128" y="11033"/>
                    <a:pt x="10940" y="11105"/>
                    <a:pt x="10752" y="11105"/>
                  </a:cubicBezTo>
                  <a:cubicBezTo>
                    <a:pt x="10544" y="11105"/>
                    <a:pt x="10336" y="11018"/>
                    <a:pt x="10181" y="10850"/>
                  </a:cubicBezTo>
                  <a:lnTo>
                    <a:pt x="8514" y="8921"/>
                  </a:lnTo>
                  <a:lnTo>
                    <a:pt x="9335" y="8100"/>
                  </a:lnTo>
                  <a:close/>
                  <a:moveTo>
                    <a:pt x="4543" y="1"/>
                  </a:moveTo>
                  <a:cubicBezTo>
                    <a:pt x="3483" y="1"/>
                    <a:pt x="2424" y="402"/>
                    <a:pt x="1620" y="1206"/>
                  </a:cubicBezTo>
                  <a:cubicBezTo>
                    <a:pt x="1" y="2837"/>
                    <a:pt x="1" y="5457"/>
                    <a:pt x="1620" y="7064"/>
                  </a:cubicBezTo>
                  <a:cubicBezTo>
                    <a:pt x="2431" y="7875"/>
                    <a:pt x="3489" y="8272"/>
                    <a:pt x="4543" y="8272"/>
                  </a:cubicBezTo>
                  <a:cubicBezTo>
                    <a:pt x="5440" y="8272"/>
                    <a:pt x="6334" y="7985"/>
                    <a:pt x="7073" y="7421"/>
                  </a:cubicBezTo>
                  <a:lnTo>
                    <a:pt x="7561" y="7909"/>
                  </a:lnTo>
                  <a:cubicBezTo>
                    <a:pt x="7490" y="8076"/>
                    <a:pt x="7502" y="8278"/>
                    <a:pt x="7633" y="8409"/>
                  </a:cubicBezTo>
                  <a:lnTo>
                    <a:pt x="9954" y="11064"/>
                  </a:lnTo>
                  <a:cubicBezTo>
                    <a:pt x="10171" y="11312"/>
                    <a:pt x="10471" y="11434"/>
                    <a:pt x="10771" y="11434"/>
                  </a:cubicBezTo>
                  <a:cubicBezTo>
                    <a:pt x="11049" y="11434"/>
                    <a:pt x="11326" y="11330"/>
                    <a:pt x="11538" y="11124"/>
                  </a:cubicBezTo>
                  <a:cubicBezTo>
                    <a:pt x="11978" y="10671"/>
                    <a:pt x="11955" y="9945"/>
                    <a:pt x="11478" y="9540"/>
                  </a:cubicBezTo>
                  <a:lnTo>
                    <a:pt x="8823" y="7219"/>
                  </a:lnTo>
                  <a:cubicBezTo>
                    <a:pt x="8737" y="7139"/>
                    <a:pt x="8629" y="7104"/>
                    <a:pt x="8522" y="7104"/>
                  </a:cubicBezTo>
                  <a:cubicBezTo>
                    <a:pt x="8453" y="7104"/>
                    <a:pt x="8384" y="7119"/>
                    <a:pt x="8323" y="7147"/>
                  </a:cubicBezTo>
                  <a:lnTo>
                    <a:pt x="7823" y="6659"/>
                  </a:lnTo>
                  <a:cubicBezTo>
                    <a:pt x="9073" y="5052"/>
                    <a:pt x="8978" y="2694"/>
                    <a:pt x="7466" y="1206"/>
                  </a:cubicBezTo>
                  <a:cubicBezTo>
                    <a:pt x="6662" y="402"/>
                    <a:pt x="5603" y="1"/>
                    <a:pt x="454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2" name="Google Shape;722;p36"/>
            <p:cNvSpPr/>
            <p:nvPr/>
          </p:nvSpPr>
          <p:spPr>
            <a:xfrm>
              <a:off x="4278826" y="2791379"/>
              <a:ext cx="103998" cy="201962"/>
            </a:xfrm>
            <a:custGeom>
              <a:avLst/>
              <a:gdLst/>
              <a:ahLst/>
              <a:cxnLst/>
              <a:rect l="l" t="t" r="r" b="b"/>
              <a:pathLst>
                <a:path w="3275" h="6360" extrusionOk="0">
                  <a:moveTo>
                    <a:pt x="191" y="0"/>
                  </a:moveTo>
                  <a:cubicBezTo>
                    <a:pt x="106" y="0"/>
                    <a:pt x="35" y="59"/>
                    <a:pt x="24" y="157"/>
                  </a:cubicBezTo>
                  <a:cubicBezTo>
                    <a:pt x="0" y="264"/>
                    <a:pt x="60" y="335"/>
                    <a:pt x="167" y="347"/>
                  </a:cubicBezTo>
                  <a:cubicBezTo>
                    <a:pt x="798" y="442"/>
                    <a:pt x="1345" y="716"/>
                    <a:pt x="1786" y="1169"/>
                  </a:cubicBezTo>
                  <a:cubicBezTo>
                    <a:pt x="2905" y="2288"/>
                    <a:pt x="2905" y="4110"/>
                    <a:pt x="1786" y="5229"/>
                  </a:cubicBezTo>
                  <a:cubicBezTo>
                    <a:pt x="1345" y="5645"/>
                    <a:pt x="774" y="5931"/>
                    <a:pt x="167" y="6015"/>
                  </a:cubicBezTo>
                  <a:cubicBezTo>
                    <a:pt x="83" y="6038"/>
                    <a:pt x="24" y="6122"/>
                    <a:pt x="24" y="6217"/>
                  </a:cubicBezTo>
                  <a:cubicBezTo>
                    <a:pt x="36" y="6300"/>
                    <a:pt x="107" y="6360"/>
                    <a:pt x="179" y="6360"/>
                  </a:cubicBezTo>
                  <a:lnTo>
                    <a:pt x="214" y="6360"/>
                  </a:lnTo>
                  <a:cubicBezTo>
                    <a:pt x="917" y="6253"/>
                    <a:pt x="1536" y="5943"/>
                    <a:pt x="2024" y="5455"/>
                  </a:cubicBezTo>
                  <a:cubicBezTo>
                    <a:pt x="3274" y="4205"/>
                    <a:pt x="3274" y="2169"/>
                    <a:pt x="2024" y="919"/>
                  </a:cubicBezTo>
                  <a:cubicBezTo>
                    <a:pt x="1536" y="419"/>
                    <a:pt x="917" y="109"/>
                    <a:pt x="214" y="2"/>
                  </a:cubicBezTo>
                  <a:cubicBezTo>
                    <a:pt x="206" y="1"/>
                    <a:pt x="198" y="0"/>
                    <a:pt x="191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3" name="Google Shape;723;p36"/>
            <p:cNvSpPr/>
            <p:nvPr/>
          </p:nvSpPr>
          <p:spPr>
            <a:xfrm>
              <a:off x="4159332" y="2791379"/>
              <a:ext cx="105903" cy="201962"/>
            </a:xfrm>
            <a:custGeom>
              <a:avLst/>
              <a:gdLst/>
              <a:ahLst/>
              <a:cxnLst/>
              <a:rect l="l" t="t" r="r" b="b"/>
              <a:pathLst>
                <a:path w="3335" h="6360" extrusionOk="0">
                  <a:moveTo>
                    <a:pt x="3162" y="1"/>
                  </a:moveTo>
                  <a:cubicBezTo>
                    <a:pt x="3156" y="1"/>
                    <a:pt x="3150" y="1"/>
                    <a:pt x="3144" y="2"/>
                  </a:cubicBezTo>
                  <a:cubicBezTo>
                    <a:pt x="2430" y="61"/>
                    <a:pt x="1775" y="383"/>
                    <a:pt x="1251" y="895"/>
                  </a:cubicBezTo>
                  <a:cubicBezTo>
                    <a:pt x="1" y="2145"/>
                    <a:pt x="1" y="4193"/>
                    <a:pt x="1251" y="5443"/>
                  </a:cubicBezTo>
                  <a:cubicBezTo>
                    <a:pt x="1775" y="5955"/>
                    <a:pt x="2430" y="6277"/>
                    <a:pt x="3144" y="6360"/>
                  </a:cubicBezTo>
                  <a:lnTo>
                    <a:pt x="3156" y="6360"/>
                  </a:lnTo>
                  <a:cubicBezTo>
                    <a:pt x="3251" y="6360"/>
                    <a:pt x="3311" y="6300"/>
                    <a:pt x="3323" y="6217"/>
                  </a:cubicBezTo>
                  <a:cubicBezTo>
                    <a:pt x="3334" y="6122"/>
                    <a:pt x="3263" y="6038"/>
                    <a:pt x="3168" y="6038"/>
                  </a:cubicBezTo>
                  <a:cubicBezTo>
                    <a:pt x="2537" y="5955"/>
                    <a:pt x="1941" y="5681"/>
                    <a:pt x="1477" y="5217"/>
                  </a:cubicBezTo>
                  <a:cubicBezTo>
                    <a:pt x="358" y="4098"/>
                    <a:pt x="358" y="2264"/>
                    <a:pt x="1477" y="1157"/>
                  </a:cubicBezTo>
                  <a:cubicBezTo>
                    <a:pt x="1941" y="692"/>
                    <a:pt x="2513" y="407"/>
                    <a:pt x="3168" y="335"/>
                  </a:cubicBezTo>
                  <a:cubicBezTo>
                    <a:pt x="3263" y="311"/>
                    <a:pt x="3334" y="240"/>
                    <a:pt x="3323" y="157"/>
                  </a:cubicBezTo>
                  <a:cubicBezTo>
                    <a:pt x="3312" y="68"/>
                    <a:pt x="3239" y="1"/>
                    <a:pt x="3162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3" name="Google Shape;724;p36"/>
          <p:cNvGrpSpPr/>
          <p:nvPr/>
        </p:nvGrpSpPr>
        <p:grpSpPr>
          <a:xfrm>
            <a:off x="2885622" y="2824148"/>
            <a:ext cx="281276" cy="280987"/>
            <a:chOff x="2497275" y="2744159"/>
            <a:chExt cx="370930" cy="370549"/>
          </a:xfrm>
        </p:grpSpPr>
        <p:sp>
          <p:nvSpPr>
            <p:cNvPr id="725" name="Google Shape;725;p36"/>
            <p:cNvSpPr/>
            <p:nvPr/>
          </p:nvSpPr>
          <p:spPr>
            <a:xfrm>
              <a:off x="2497275" y="2744159"/>
              <a:ext cx="284366" cy="284747"/>
            </a:xfrm>
            <a:custGeom>
              <a:avLst/>
              <a:gdLst/>
              <a:ahLst/>
              <a:cxnLst/>
              <a:rect l="l" t="t" r="r" b="b"/>
              <a:pathLst>
                <a:path w="8955" h="8967" extrusionOk="0">
                  <a:moveTo>
                    <a:pt x="4204" y="1"/>
                  </a:moveTo>
                  <a:cubicBezTo>
                    <a:pt x="3942" y="1"/>
                    <a:pt x="3704" y="203"/>
                    <a:pt x="3644" y="465"/>
                  </a:cubicBezTo>
                  <a:lnTo>
                    <a:pt x="3466" y="1334"/>
                  </a:lnTo>
                  <a:cubicBezTo>
                    <a:pt x="3287" y="1394"/>
                    <a:pt x="3108" y="1465"/>
                    <a:pt x="2942" y="1537"/>
                  </a:cubicBezTo>
                  <a:lnTo>
                    <a:pt x="2215" y="1048"/>
                  </a:lnTo>
                  <a:cubicBezTo>
                    <a:pt x="2120" y="983"/>
                    <a:pt x="2009" y="952"/>
                    <a:pt x="1899" y="952"/>
                  </a:cubicBezTo>
                  <a:cubicBezTo>
                    <a:pt x="1749" y="952"/>
                    <a:pt x="1599" y="1010"/>
                    <a:pt x="1489" y="1120"/>
                  </a:cubicBezTo>
                  <a:lnTo>
                    <a:pt x="1108" y="1489"/>
                  </a:lnTo>
                  <a:cubicBezTo>
                    <a:pt x="918" y="1691"/>
                    <a:pt x="894" y="1989"/>
                    <a:pt x="1037" y="2227"/>
                  </a:cubicBezTo>
                  <a:lnTo>
                    <a:pt x="1525" y="2953"/>
                  </a:lnTo>
                  <a:cubicBezTo>
                    <a:pt x="1441" y="3120"/>
                    <a:pt x="1370" y="3287"/>
                    <a:pt x="1322" y="3465"/>
                  </a:cubicBezTo>
                  <a:lnTo>
                    <a:pt x="453" y="3644"/>
                  </a:lnTo>
                  <a:cubicBezTo>
                    <a:pt x="191" y="3703"/>
                    <a:pt x="1" y="3930"/>
                    <a:pt x="1" y="4215"/>
                  </a:cubicBezTo>
                  <a:lnTo>
                    <a:pt x="1" y="4751"/>
                  </a:lnTo>
                  <a:cubicBezTo>
                    <a:pt x="1" y="5025"/>
                    <a:pt x="191" y="5251"/>
                    <a:pt x="453" y="5323"/>
                  </a:cubicBezTo>
                  <a:lnTo>
                    <a:pt x="1322" y="5501"/>
                  </a:lnTo>
                  <a:cubicBezTo>
                    <a:pt x="1382" y="5668"/>
                    <a:pt x="1453" y="5847"/>
                    <a:pt x="1525" y="6013"/>
                  </a:cubicBezTo>
                  <a:lnTo>
                    <a:pt x="1037" y="6740"/>
                  </a:lnTo>
                  <a:cubicBezTo>
                    <a:pt x="894" y="6966"/>
                    <a:pt x="918" y="7287"/>
                    <a:pt x="1108" y="7478"/>
                  </a:cubicBezTo>
                  <a:lnTo>
                    <a:pt x="1489" y="7847"/>
                  </a:lnTo>
                  <a:cubicBezTo>
                    <a:pt x="1599" y="7957"/>
                    <a:pt x="1745" y="8015"/>
                    <a:pt x="1894" y="8015"/>
                  </a:cubicBezTo>
                  <a:cubicBezTo>
                    <a:pt x="2003" y="8015"/>
                    <a:pt x="2115" y="7984"/>
                    <a:pt x="2215" y="7918"/>
                  </a:cubicBezTo>
                  <a:lnTo>
                    <a:pt x="2942" y="7430"/>
                  </a:lnTo>
                  <a:cubicBezTo>
                    <a:pt x="3108" y="7513"/>
                    <a:pt x="3287" y="7597"/>
                    <a:pt x="3466" y="7633"/>
                  </a:cubicBezTo>
                  <a:lnTo>
                    <a:pt x="3644" y="8502"/>
                  </a:lnTo>
                  <a:cubicBezTo>
                    <a:pt x="3704" y="8764"/>
                    <a:pt x="3930" y="8966"/>
                    <a:pt x="4204" y="8966"/>
                  </a:cubicBezTo>
                  <a:lnTo>
                    <a:pt x="4740" y="8966"/>
                  </a:lnTo>
                  <a:cubicBezTo>
                    <a:pt x="5013" y="8966"/>
                    <a:pt x="5251" y="8764"/>
                    <a:pt x="5311" y="8502"/>
                  </a:cubicBezTo>
                  <a:lnTo>
                    <a:pt x="5490" y="7633"/>
                  </a:lnTo>
                  <a:cubicBezTo>
                    <a:pt x="5621" y="7597"/>
                    <a:pt x="5775" y="7537"/>
                    <a:pt x="5906" y="7478"/>
                  </a:cubicBezTo>
                  <a:cubicBezTo>
                    <a:pt x="6002" y="7442"/>
                    <a:pt x="6037" y="7323"/>
                    <a:pt x="6002" y="7240"/>
                  </a:cubicBezTo>
                  <a:cubicBezTo>
                    <a:pt x="5966" y="7169"/>
                    <a:pt x="5898" y="7131"/>
                    <a:pt x="5831" y="7131"/>
                  </a:cubicBezTo>
                  <a:cubicBezTo>
                    <a:pt x="5808" y="7131"/>
                    <a:pt x="5785" y="7135"/>
                    <a:pt x="5763" y="7144"/>
                  </a:cubicBezTo>
                  <a:cubicBezTo>
                    <a:pt x="5609" y="7228"/>
                    <a:pt x="5466" y="7287"/>
                    <a:pt x="5299" y="7323"/>
                  </a:cubicBezTo>
                  <a:cubicBezTo>
                    <a:pt x="5240" y="7347"/>
                    <a:pt x="5180" y="7406"/>
                    <a:pt x="5168" y="7454"/>
                  </a:cubicBezTo>
                  <a:lnTo>
                    <a:pt x="4966" y="8430"/>
                  </a:lnTo>
                  <a:cubicBezTo>
                    <a:pt x="4954" y="8514"/>
                    <a:pt x="4870" y="8597"/>
                    <a:pt x="4763" y="8597"/>
                  </a:cubicBezTo>
                  <a:lnTo>
                    <a:pt x="4228" y="8597"/>
                  </a:lnTo>
                  <a:cubicBezTo>
                    <a:pt x="4120" y="8597"/>
                    <a:pt x="4049" y="8514"/>
                    <a:pt x="4013" y="8430"/>
                  </a:cubicBezTo>
                  <a:lnTo>
                    <a:pt x="3823" y="7454"/>
                  </a:lnTo>
                  <a:cubicBezTo>
                    <a:pt x="3811" y="7383"/>
                    <a:pt x="3763" y="7335"/>
                    <a:pt x="3692" y="7323"/>
                  </a:cubicBezTo>
                  <a:cubicBezTo>
                    <a:pt x="3466" y="7263"/>
                    <a:pt x="3239" y="7180"/>
                    <a:pt x="3049" y="7061"/>
                  </a:cubicBezTo>
                  <a:cubicBezTo>
                    <a:pt x="3019" y="7043"/>
                    <a:pt x="2986" y="7034"/>
                    <a:pt x="2954" y="7034"/>
                  </a:cubicBezTo>
                  <a:cubicBezTo>
                    <a:pt x="2921" y="7034"/>
                    <a:pt x="2888" y="7043"/>
                    <a:pt x="2858" y="7061"/>
                  </a:cubicBezTo>
                  <a:lnTo>
                    <a:pt x="2037" y="7609"/>
                  </a:lnTo>
                  <a:cubicBezTo>
                    <a:pt x="2006" y="7634"/>
                    <a:pt x="1966" y="7647"/>
                    <a:pt x="1926" y="7647"/>
                  </a:cubicBezTo>
                  <a:cubicBezTo>
                    <a:pt x="1874" y="7647"/>
                    <a:pt x="1821" y="7625"/>
                    <a:pt x="1787" y="7585"/>
                  </a:cubicBezTo>
                  <a:lnTo>
                    <a:pt x="1418" y="7204"/>
                  </a:lnTo>
                  <a:cubicBezTo>
                    <a:pt x="1334" y="7132"/>
                    <a:pt x="1334" y="7025"/>
                    <a:pt x="1382" y="6954"/>
                  </a:cubicBezTo>
                  <a:lnTo>
                    <a:pt x="1930" y="6132"/>
                  </a:lnTo>
                  <a:cubicBezTo>
                    <a:pt x="1977" y="6073"/>
                    <a:pt x="1977" y="6001"/>
                    <a:pt x="1930" y="5942"/>
                  </a:cubicBezTo>
                  <a:cubicBezTo>
                    <a:pt x="1811" y="5739"/>
                    <a:pt x="1727" y="5525"/>
                    <a:pt x="1668" y="5299"/>
                  </a:cubicBezTo>
                  <a:cubicBezTo>
                    <a:pt x="1656" y="5239"/>
                    <a:pt x="1596" y="5180"/>
                    <a:pt x="1537" y="5168"/>
                  </a:cubicBezTo>
                  <a:lnTo>
                    <a:pt x="560" y="4977"/>
                  </a:lnTo>
                  <a:cubicBezTo>
                    <a:pt x="477" y="4954"/>
                    <a:pt x="406" y="4870"/>
                    <a:pt x="406" y="4763"/>
                  </a:cubicBezTo>
                  <a:lnTo>
                    <a:pt x="406" y="4227"/>
                  </a:lnTo>
                  <a:cubicBezTo>
                    <a:pt x="406" y="4132"/>
                    <a:pt x="477" y="4049"/>
                    <a:pt x="560" y="4025"/>
                  </a:cubicBezTo>
                  <a:lnTo>
                    <a:pt x="1537" y="3834"/>
                  </a:lnTo>
                  <a:cubicBezTo>
                    <a:pt x="1608" y="3811"/>
                    <a:pt x="1656" y="3775"/>
                    <a:pt x="1668" y="3692"/>
                  </a:cubicBezTo>
                  <a:cubicBezTo>
                    <a:pt x="1727" y="3477"/>
                    <a:pt x="1811" y="3251"/>
                    <a:pt x="1930" y="3061"/>
                  </a:cubicBezTo>
                  <a:cubicBezTo>
                    <a:pt x="1965" y="3001"/>
                    <a:pt x="1965" y="2918"/>
                    <a:pt x="1930" y="2858"/>
                  </a:cubicBezTo>
                  <a:lnTo>
                    <a:pt x="1382" y="2049"/>
                  </a:lnTo>
                  <a:cubicBezTo>
                    <a:pt x="1322" y="1965"/>
                    <a:pt x="1334" y="1846"/>
                    <a:pt x="1418" y="1787"/>
                  </a:cubicBezTo>
                  <a:lnTo>
                    <a:pt x="1787" y="1417"/>
                  </a:lnTo>
                  <a:cubicBezTo>
                    <a:pt x="1826" y="1378"/>
                    <a:pt x="1876" y="1360"/>
                    <a:pt x="1925" y="1360"/>
                  </a:cubicBezTo>
                  <a:cubicBezTo>
                    <a:pt x="1965" y="1360"/>
                    <a:pt x="2005" y="1372"/>
                    <a:pt x="2037" y="1394"/>
                  </a:cubicBezTo>
                  <a:lnTo>
                    <a:pt x="2858" y="1941"/>
                  </a:lnTo>
                  <a:cubicBezTo>
                    <a:pt x="2888" y="1965"/>
                    <a:pt x="2921" y="1977"/>
                    <a:pt x="2954" y="1977"/>
                  </a:cubicBezTo>
                  <a:cubicBezTo>
                    <a:pt x="2986" y="1977"/>
                    <a:pt x="3019" y="1965"/>
                    <a:pt x="3049" y="1941"/>
                  </a:cubicBezTo>
                  <a:cubicBezTo>
                    <a:pt x="3263" y="1822"/>
                    <a:pt x="3466" y="1727"/>
                    <a:pt x="3692" y="1668"/>
                  </a:cubicBezTo>
                  <a:cubicBezTo>
                    <a:pt x="3751" y="1656"/>
                    <a:pt x="3811" y="1596"/>
                    <a:pt x="3823" y="1537"/>
                  </a:cubicBezTo>
                  <a:lnTo>
                    <a:pt x="4013" y="572"/>
                  </a:lnTo>
                  <a:cubicBezTo>
                    <a:pt x="4037" y="477"/>
                    <a:pt x="4120" y="405"/>
                    <a:pt x="4228" y="405"/>
                  </a:cubicBezTo>
                  <a:lnTo>
                    <a:pt x="4763" y="405"/>
                  </a:lnTo>
                  <a:cubicBezTo>
                    <a:pt x="4870" y="405"/>
                    <a:pt x="4942" y="477"/>
                    <a:pt x="4966" y="572"/>
                  </a:cubicBezTo>
                  <a:lnTo>
                    <a:pt x="5168" y="1537"/>
                  </a:lnTo>
                  <a:cubicBezTo>
                    <a:pt x="5180" y="1608"/>
                    <a:pt x="5216" y="1656"/>
                    <a:pt x="5299" y="1668"/>
                  </a:cubicBezTo>
                  <a:cubicBezTo>
                    <a:pt x="5513" y="1727"/>
                    <a:pt x="5740" y="1822"/>
                    <a:pt x="5930" y="1941"/>
                  </a:cubicBezTo>
                  <a:cubicBezTo>
                    <a:pt x="5960" y="1953"/>
                    <a:pt x="5996" y="1959"/>
                    <a:pt x="6031" y="1959"/>
                  </a:cubicBezTo>
                  <a:cubicBezTo>
                    <a:pt x="6067" y="1959"/>
                    <a:pt x="6103" y="1953"/>
                    <a:pt x="6133" y="1941"/>
                  </a:cubicBezTo>
                  <a:lnTo>
                    <a:pt x="6942" y="1394"/>
                  </a:lnTo>
                  <a:cubicBezTo>
                    <a:pt x="6978" y="1368"/>
                    <a:pt x="7021" y="1356"/>
                    <a:pt x="7063" y="1356"/>
                  </a:cubicBezTo>
                  <a:cubicBezTo>
                    <a:pt x="7117" y="1356"/>
                    <a:pt x="7170" y="1377"/>
                    <a:pt x="7204" y="1417"/>
                  </a:cubicBezTo>
                  <a:lnTo>
                    <a:pt x="7573" y="1787"/>
                  </a:lnTo>
                  <a:cubicBezTo>
                    <a:pt x="7645" y="1870"/>
                    <a:pt x="7645" y="1965"/>
                    <a:pt x="7597" y="2049"/>
                  </a:cubicBezTo>
                  <a:lnTo>
                    <a:pt x="7049" y="2858"/>
                  </a:lnTo>
                  <a:cubicBezTo>
                    <a:pt x="7002" y="2918"/>
                    <a:pt x="7002" y="2989"/>
                    <a:pt x="7049" y="3061"/>
                  </a:cubicBezTo>
                  <a:cubicBezTo>
                    <a:pt x="7168" y="3263"/>
                    <a:pt x="7264" y="3477"/>
                    <a:pt x="7323" y="3692"/>
                  </a:cubicBezTo>
                  <a:cubicBezTo>
                    <a:pt x="7335" y="3751"/>
                    <a:pt x="7395" y="3811"/>
                    <a:pt x="7454" y="3834"/>
                  </a:cubicBezTo>
                  <a:lnTo>
                    <a:pt x="8419" y="4025"/>
                  </a:lnTo>
                  <a:cubicBezTo>
                    <a:pt x="8514" y="4037"/>
                    <a:pt x="8585" y="4132"/>
                    <a:pt x="8585" y="4227"/>
                  </a:cubicBezTo>
                  <a:lnTo>
                    <a:pt x="8585" y="4763"/>
                  </a:lnTo>
                  <a:cubicBezTo>
                    <a:pt x="8585" y="4870"/>
                    <a:pt x="8514" y="4942"/>
                    <a:pt x="8419" y="4977"/>
                  </a:cubicBezTo>
                  <a:lnTo>
                    <a:pt x="7454" y="5168"/>
                  </a:lnTo>
                  <a:cubicBezTo>
                    <a:pt x="7383" y="5180"/>
                    <a:pt x="7335" y="5227"/>
                    <a:pt x="7323" y="5299"/>
                  </a:cubicBezTo>
                  <a:cubicBezTo>
                    <a:pt x="7276" y="5466"/>
                    <a:pt x="7216" y="5632"/>
                    <a:pt x="7145" y="5775"/>
                  </a:cubicBezTo>
                  <a:cubicBezTo>
                    <a:pt x="7097" y="5870"/>
                    <a:pt x="7145" y="5966"/>
                    <a:pt x="7228" y="6013"/>
                  </a:cubicBezTo>
                  <a:cubicBezTo>
                    <a:pt x="7254" y="6026"/>
                    <a:pt x="7280" y="6032"/>
                    <a:pt x="7305" y="6032"/>
                  </a:cubicBezTo>
                  <a:cubicBezTo>
                    <a:pt x="7372" y="6032"/>
                    <a:pt x="7431" y="5991"/>
                    <a:pt x="7466" y="5930"/>
                  </a:cubicBezTo>
                  <a:cubicBezTo>
                    <a:pt x="7526" y="5799"/>
                    <a:pt x="7585" y="5644"/>
                    <a:pt x="7633" y="5501"/>
                  </a:cubicBezTo>
                  <a:lnTo>
                    <a:pt x="8490" y="5323"/>
                  </a:lnTo>
                  <a:cubicBezTo>
                    <a:pt x="8764" y="5263"/>
                    <a:pt x="8954" y="5037"/>
                    <a:pt x="8954" y="4751"/>
                  </a:cubicBezTo>
                  <a:lnTo>
                    <a:pt x="8954" y="4215"/>
                  </a:lnTo>
                  <a:cubicBezTo>
                    <a:pt x="8954" y="3942"/>
                    <a:pt x="8764" y="3715"/>
                    <a:pt x="8490" y="3644"/>
                  </a:cubicBezTo>
                  <a:lnTo>
                    <a:pt x="7633" y="3465"/>
                  </a:lnTo>
                  <a:cubicBezTo>
                    <a:pt x="7573" y="3287"/>
                    <a:pt x="7502" y="3120"/>
                    <a:pt x="7418" y="2953"/>
                  </a:cubicBezTo>
                  <a:lnTo>
                    <a:pt x="7918" y="2227"/>
                  </a:lnTo>
                  <a:cubicBezTo>
                    <a:pt x="8061" y="2001"/>
                    <a:pt x="8038" y="1679"/>
                    <a:pt x="7835" y="1489"/>
                  </a:cubicBezTo>
                  <a:lnTo>
                    <a:pt x="7466" y="1120"/>
                  </a:lnTo>
                  <a:cubicBezTo>
                    <a:pt x="7356" y="1010"/>
                    <a:pt x="7211" y="952"/>
                    <a:pt x="7061" y="952"/>
                  </a:cubicBezTo>
                  <a:cubicBezTo>
                    <a:pt x="6952" y="952"/>
                    <a:pt x="6840" y="983"/>
                    <a:pt x="6740" y="1048"/>
                  </a:cubicBezTo>
                  <a:lnTo>
                    <a:pt x="6013" y="1537"/>
                  </a:lnTo>
                  <a:cubicBezTo>
                    <a:pt x="5847" y="1453"/>
                    <a:pt x="5668" y="1370"/>
                    <a:pt x="5490" y="1334"/>
                  </a:cubicBezTo>
                  <a:lnTo>
                    <a:pt x="5311" y="465"/>
                  </a:lnTo>
                  <a:cubicBezTo>
                    <a:pt x="5251" y="203"/>
                    <a:pt x="5025" y="1"/>
                    <a:pt x="4740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6" name="Google Shape;726;p36"/>
            <p:cNvSpPr/>
            <p:nvPr/>
          </p:nvSpPr>
          <p:spPr>
            <a:xfrm>
              <a:off x="2592191" y="2821673"/>
              <a:ext cx="113461" cy="98345"/>
            </a:xfrm>
            <a:custGeom>
              <a:avLst/>
              <a:gdLst/>
              <a:ahLst/>
              <a:cxnLst/>
              <a:rect l="l" t="t" r="r" b="b"/>
              <a:pathLst>
                <a:path w="3573" h="3097" extrusionOk="0">
                  <a:moveTo>
                    <a:pt x="1524" y="0"/>
                  </a:moveTo>
                  <a:cubicBezTo>
                    <a:pt x="989" y="0"/>
                    <a:pt x="465" y="215"/>
                    <a:pt x="72" y="584"/>
                  </a:cubicBezTo>
                  <a:cubicBezTo>
                    <a:pt x="0" y="655"/>
                    <a:pt x="0" y="774"/>
                    <a:pt x="72" y="834"/>
                  </a:cubicBezTo>
                  <a:cubicBezTo>
                    <a:pt x="113" y="876"/>
                    <a:pt x="164" y="896"/>
                    <a:pt x="212" y="896"/>
                  </a:cubicBezTo>
                  <a:cubicBezTo>
                    <a:pt x="259" y="896"/>
                    <a:pt x="304" y="876"/>
                    <a:pt x="334" y="834"/>
                  </a:cubicBezTo>
                  <a:cubicBezTo>
                    <a:pt x="643" y="524"/>
                    <a:pt x="1072" y="358"/>
                    <a:pt x="1500" y="358"/>
                  </a:cubicBezTo>
                  <a:cubicBezTo>
                    <a:pt x="2441" y="358"/>
                    <a:pt x="3203" y="1120"/>
                    <a:pt x="3203" y="2060"/>
                  </a:cubicBezTo>
                  <a:cubicBezTo>
                    <a:pt x="3203" y="2322"/>
                    <a:pt x="3144" y="2596"/>
                    <a:pt x="3024" y="2834"/>
                  </a:cubicBezTo>
                  <a:cubicBezTo>
                    <a:pt x="2965" y="2941"/>
                    <a:pt x="3013" y="3037"/>
                    <a:pt x="3096" y="3084"/>
                  </a:cubicBezTo>
                  <a:cubicBezTo>
                    <a:pt x="3132" y="3096"/>
                    <a:pt x="3155" y="3096"/>
                    <a:pt x="3191" y="3096"/>
                  </a:cubicBezTo>
                  <a:cubicBezTo>
                    <a:pt x="3251" y="3096"/>
                    <a:pt x="3322" y="3072"/>
                    <a:pt x="3346" y="3001"/>
                  </a:cubicBezTo>
                  <a:cubicBezTo>
                    <a:pt x="3501" y="2715"/>
                    <a:pt x="3572" y="2382"/>
                    <a:pt x="3572" y="2060"/>
                  </a:cubicBezTo>
                  <a:cubicBezTo>
                    <a:pt x="3572" y="929"/>
                    <a:pt x="2655" y="0"/>
                    <a:pt x="1524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7" name="Google Shape;727;p36"/>
            <p:cNvSpPr/>
            <p:nvPr/>
          </p:nvSpPr>
          <p:spPr>
            <a:xfrm>
              <a:off x="2574408" y="2862129"/>
              <a:ext cx="106665" cy="90756"/>
            </a:xfrm>
            <a:custGeom>
              <a:avLst/>
              <a:gdLst/>
              <a:ahLst/>
              <a:cxnLst/>
              <a:rect l="l" t="t" r="r" b="b"/>
              <a:pathLst>
                <a:path w="3359" h="2858" extrusionOk="0">
                  <a:moveTo>
                    <a:pt x="294" y="1"/>
                  </a:moveTo>
                  <a:cubicBezTo>
                    <a:pt x="218" y="1"/>
                    <a:pt x="145" y="48"/>
                    <a:pt x="108" y="131"/>
                  </a:cubicBezTo>
                  <a:cubicBezTo>
                    <a:pt x="36" y="334"/>
                    <a:pt x="1" y="572"/>
                    <a:pt x="1" y="798"/>
                  </a:cubicBezTo>
                  <a:cubicBezTo>
                    <a:pt x="1" y="1929"/>
                    <a:pt x="917" y="2858"/>
                    <a:pt x="2049" y="2858"/>
                  </a:cubicBezTo>
                  <a:cubicBezTo>
                    <a:pt x="2477" y="2858"/>
                    <a:pt x="2894" y="2715"/>
                    <a:pt x="3251" y="2465"/>
                  </a:cubicBezTo>
                  <a:cubicBezTo>
                    <a:pt x="3346" y="2405"/>
                    <a:pt x="3358" y="2286"/>
                    <a:pt x="3299" y="2215"/>
                  </a:cubicBezTo>
                  <a:cubicBezTo>
                    <a:pt x="3263" y="2158"/>
                    <a:pt x="3206" y="2131"/>
                    <a:pt x="3151" y="2131"/>
                  </a:cubicBezTo>
                  <a:cubicBezTo>
                    <a:pt x="3114" y="2131"/>
                    <a:pt x="3077" y="2143"/>
                    <a:pt x="3049" y="2167"/>
                  </a:cubicBezTo>
                  <a:cubicBezTo>
                    <a:pt x="2763" y="2382"/>
                    <a:pt x="2406" y="2501"/>
                    <a:pt x="2049" y="2501"/>
                  </a:cubicBezTo>
                  <a:cubicBezTo>
                    <a:pt x="1108" y="2501"/>
                    <a:pt x="346" y="1739"/>
                    <a:pt x="346" y="798"/>
                  </a:cubicBezTo>
                  <a:cubicBezTo>
                    <a:pt x="346" y="608"/>
                    <a:pt x="382" y="429"/>
                    <a:pt x="441" y="250"/>
                  </a:cubicBezTo>
                  <a:cubicBezTo>
                    <a:pt x="501" y="143"/>
                    <a:pt x="441" y="36"/>
                    <a:pt x="358" y="12"/>
                  </a:cubicBezTo>
                  <a:cubicBezTo>
                    <a:pt x="337" y="4"/>
                    <a:pt x="315" y="1"/>
                    <a:pt x="294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8" name="Google Shape;728;p36"/>
            <p:cNvSpPr/>
            <p:nvPr/>
          </p:nvSpPr>
          <p:spPr>
            <a:xfrm>
              <a:off x="2676881" y="2923385"/>
              <a:ext cx="191324" cy="191324"/>
            </a:xfrm>
            <a:custGeom>
              <a:avLst/>
              <a:gdLst/>
              <a:ahLst/>
              <a:cxnLst/>
              <a:rect l="l" t="t" r="r" b="b"/>
              <a:pathLst>
                <a:path w="6025" h="6025" extrusionOk="0">
                  <a:moveTo>
                    <a:pt x="2810" y="0"/>
                  </a:moveTo>
                  <a:cubicBezTo>
                    <a:pt x="2608" y="0"/>
                    <a:pt x="2429" y="155"/>
                    <a:pt x="2382" y="357"/>
                  </a:cubicBezTo>
                  <a:lnTo>
                    <a:pt x="2274" y="893"/>
                  </a:lnTo>
                  <a:cubicBezTo>
                    <a:pt x="2191" y="929"/>
                    <a:pt x="2084" y="965"/>
                    <a:pt x="1989" y="1012"/>
                  </a:cubicBezTo>
                  <a:lnTo>
                    <a:pt x="1548" y="715"/>
                  </a:lnTo>
                  <a:cubicBezTo>
                    <a:pt x="1475" y="666"/>
                    <a:pt x="1393" y="643"/>
                    <a:pt x="1313" y="643"/>
                  </a:cubicBezTo>
                  <a:cubicBezTo>
                    <a:pt x="1198" y="643"/>
                    <a:pt x="1085" y="690"/>
                    <a:pt x="1000" y="774"/>
                  </a:cubicBezTo>
                  <a:lnTo>
                    <a:pt x="738" y="1024"/>
                  </a:lnTo>
                  <a:cubicBezTo>
                    <a:pt x="596" y="1179"/>
                    <a:pt x="572" y="1417"/>
                    <a:pt x="679" y="1584"/>
                  </a:cubicBezTo>
                  <a:lnTo>
                    <a:pt x="977" y="2024"/>
                  </a:lnTo>
                  <a:cubicBezTo>
                    <a:pt x="917" y="2143"/>
                    <a:pt x="858" y="2274"/>
                    <a:pt x="834" y="2417"/>
                  </a:cubicBezTo>
                  <a:cubicBezTo>
                    <a:pt x="798" y="2512"/>
                    <a:pt x="858" y="2608"/>
                    <a:pt x="965" y="2631"/>
                  </a:cubicBezTo>
                  <a:cubicBezTo>
                    <a:pt x="986" y="2639"/>
                    <a:pt x="1006" y="2642"/>
                    <a:pt x="1025" y="2642"/>
                  </a:cubicBezTo>
                  <a:cubicBezTo>
                    <a:pt x="1103" y="2642"/>
                    <a:pt x="1162" y="2587"/>
                    <a:pt x="1191" y="2501"/>
                  </a:cubicBezTo>
                  <a:cubicBezTo>
                    <a:pt x="1227" y="2358"/>
                    <a:pt x="1298" y="2215"/>
                    <a:pt x="1346" y="2096"/>
                  </a:cubicBezTo>
                  <a:cubicBezTo>
                    <a:pt x="1381" y="2036"/>
                    <a:pt x="1381" y="1965"/>
                    <a:pt x="1346" y="1905"/>
                  </a:cubicBezTo>
                  <a:lnTo>
                    <a:pt x="1000" y="1369"/>
                  </a:lnTo>
                  <a:cubicBezTo>
                    <a:pt x="977" y="1346"/>
                    <a:pt x="977" y="1310"/>
                    <a:pt x="1012" y="1286"/>
                  </a:cubicBezTo>
                  <a:lnTo>
                    <a:pt x="1262" y="1024"/>
                  </a:lnTo>
                  <a:cubicBezTo>
                    <a:pt x="1283" y="1010"/>
                    <a:pt x="1300" y="1004"/>
                    <a:pt x="1318" y="1004"/>
                  </a:cubicBezTo>
                  <a:cubicBezTo>
                    <a:pt x="1330" y="1004"/>
                    <a:pt x="1343" y="1007"/>
                    <a:pt x="1358" y="1012"/>
                  </a:cubicBezTo>
                  <a:lnTo>
                    <a:pt x="1893" y="1369"/>
                  </a:lnTo>
                  <a:cubicBezTo>
                    <a:pt x="1923" y="1393"/>
                    <a:pt x="1956" y="1405"/>
                    <a:pt x="1989" y="1405"/>
                  </a:cubicBezTo>
                  <a:cubicBezTo>
                    <a:pt x="2021" y="1405"/>
                    <a:pt x="2054" y="1393"/>
                    <a:pt x="2084" y="1369"/>
                  </a:cubicBezTo>
                  <a:cubicBezTo>
                    <a:pt x="2215" y="1298"/>
                    <a:pt x="2346" y="1238"/>
                    <a:pt x="2489" y="1203"/>
                  </a:cubicBezTo>
                  <a:cubicBezTo>
                    <a:pt x="2548" y="1191"/>
                    <a:pt x="2608" y="1131"/>
                    <a:pt x="2620" y="1072"/>
                  </a:cubicBezTo>
                  <a:lnTo>
                    <a:pt x="2751" y="429"/>
                  </a:lnTo>
                  <a:cubicBezTo>
                    <a:pt x="2751" y="405"/>
                    <a:pt x="2786" y="369"/>
                    <a:pt x="2822" y="369"/>
                  </a:cubicBezTo>
                  <a:lnTo>
                    <a:pt x="3167" y="369"/>
                  </a:lnTo>
                  <a:cubicBezTo>
                    <a:pt x="3203" y="369"/>
                    <a:pt x="3227" y="405"/>
                    <a:pt x="3239" y="429"/>
                  </a:cubicBezTo>
                  <a:lnTo>
                    <a:pt x="3382" y="1072"/>
                  </a:lnTo>
                  <a:cubicBezTo>
                    <a:pt x="3394" y="1143"/>
                    <a:pt x="3429" y="1191"/>
                    <a:pt x="3513" y="1203"/>
                  </a:cubicBezTo>
                  <a:cubicBezTo>
                    <a:pt x="3656" y="1250"/>
                    <a:pt x="3786" y="1310"/>
                    <a:pt x="3917" y="1369"/>
                  </a:cubicBezTo>
                  <a:cubicBezTo>
                    <a:pt x="3947" y="1387"/>
                    <a:pt x="3980" y="1396"/>
                    <a:pt x="4013" y="1396"/>
                  </a:cubicBezTo>
                  <a:cubicBezTo>
                    <a:pt x="4045" y="1396"/>
                    <a:pt x="4078" y="1387"/>
                    <a:pt x="4108" y="1369"/>
                  </a:cubicBezTo>
                  <a:lnTo>
                    <a:pt x="4644" y="1012"/>
                  </a:lnTo>
                  <a:cubicBezTo>
                    <a:pt x="4654" y="1007"/>
                    <a:pt x="4665" y="1004"/>
                    <a:pt x="4678" y="1004"/>
                  </a:cubicBezTo>
                  <a:cubicBezTo>
                    <a:pt x="4695" y="1004"/>
                    <a:pt x="4713" y="1010"/>
                    <a:pt x="4727" y="1024"/>
                  </a:cubicBezTo>
                  <a:lnTo>
                    <a:pt x="4989" y="1286"/>
                  </a:lnTo>
                  <a:cubicBezTo>
                    <a:pt x="5013" y="1310"/>
                    <a:pt x="5013" y="1346"/>
                    <a:pt x="5001" y="1369"/>
                  </a:cubicBezTo>
                  <a:lnTo>
                    <a:pt x="4644" y="1905"/>
                  </a:lnTo>
                  <a:cubicBezTo>
                    <a:pt x="4596" y="1965"/>
                    <a:pt x="4596" y="2036"/>
                    <a:pt x="4644" y="2096"/>
                  </a:cubicBezTo>
                  <a:cubicBezTo>
                    <a:pt x="4715" y="2239"/>
                    <a:pt x="4775" y="2370"/>
                    <a:pt x="4810" y="2501"/>
                  </a:cubicBezTo>
                  <a:cubicBezTo>
                    <a:pt x="4822" y="2560"/>
                    <a:pt x="4882" y="2620"/>
                    <a:pt x="4941" y="2631"/>
                  </a:cubicBezTo>
                  <a:lnTo>
                    <a:pt x="5584" y="2774"/>
                  </a:lnTo>
                  <a:cubicBezTo>
                    <a:pt x="5608" y="2774"/>
                    <a:pt x="5644" y="2798"/>
                    <a:pt x="5644" y="2846"/>
                  </a:cubicBezTo>
                  <a:lnTo>
                    <a:pt x="5644" y="3191"/>
                  </a:lnTo>
                  <a:cubicBezTo>
                    <a:pt x="5644" y="3215"/>
                    <a:pt x="5608" y="3251"/>
                    <a:pt x="5584" y="3263"/>
                  </a:cubicBezTo>
                  <a:lnTo>
                    <a:pt x="4941" y="3393"/>
                  </a:lnTo>
                  <a:cubicBezTo>
                    <a:pt x="4870" y="3405"/>
                    <a:pt x="4822" y="3453"/>
                    <a:pt x="4810" y="3524"/>
                  </a:cubicBezTo>
                  <a:cubicBezTo>
                    <a:pt x="4763" y="3679"/>
                    <a:pt x="4703" y="3810"/>
                    <a:pt x="4644" y="3929"/>
                  </a:cubicBezTo>
                  <a:cubicBezTo>
                    <a:pt x="4608" y="3989"/>
                    <a:pt x="4608" y="4060"/>
                    <a:pt x="4644" y="4120"/>
                  </a:cubicBezTo>
                  <a:lnTo>
                    <a:pt x="5001" y="4656"/>
                  </a:lnTo>
                  <a:cubicBezTo>
                    <a:pt x="5013" y="4691"/>
                    <a:pt x="5013" y="4715"/>
                    <a:pt x="4989" y="4751"/>
                  </a:cubicBezTo>
                  <a:lnTo>
                    <a:pt x="4727" y="5001"/>
                  </a:lnTo>
                  <a:cubicBezTo>
                    <a:pt x="4714" y="5020"/>
                    <a:pt x="4697" y="5029"/>
                    <a:pt x="4681" y="5029"/>
                  </a:cubicBezTo>
                  <a:cubicBezTo>
                    <a:pt x="4668" y="5029"/>
                    <a:pt x="4654" y="5023"/>
                    <a:pt x="4644" y="5013"/>
                  </a:cubicBezTo>
                  <a:lnTo>
                    <a:pt x="4108" y="4656"/>
                  </a:lnTo>
                  <a:cubicBezTo>
                    <a:pt x="4078" y="4638"/>
                    <a:pt x="4045" y="4629"/>
                    <a:pt x="4013" y="4629"/>
                  </a:cubicBezTo>
                  <a:cubicBezTo>
                    <a:pt x="3980" y="4629"/>
                    <a:pt x="3947" y="4638"/>
                    <a:pt x="3917" y="4656"/>
                  </a:cubicBezTo>
                  <a:cubicBezTo>
                    <a:pt x="3775" y="4739"/>
                    <a:pt x="3644" y="4798"/>
                    <a:pt x="3513" y="4822"/>
                  </a:cubicBezTo>
                  <a:cubicBezTo>
                    <a:pt x="3453" y="4834"/>
                    <a:pt x="3394" y="4894"/>
                    <a:pt x="3382" y="4953"/>
                  </a:cubicBezTo>
                  <a:lnTo>
                    <a:pt x="3239" y="5596"/>
                  </a:lnTo>
                  <a:cubicBezTo>
                    <a:pt x="3239" y="5632"/>
                    <a:pt x="3215" y="5656"/>
                    <a:pt x="3167" y="5656"/>
                  </a:cubicBezTo>
                  <a:lnTo>
                    <a:pt x="2822" y="5656"/>
                  </a:lnTo>
                  <a:cubicBezTo>
                    <a:pt x="2798" y="5656"/>
                    <a:pt x="2763" y="5632"/>
                    <a:pt x="2751" y="5596"/>
                  </a:cubicBezTo>
                  <a:lnTo>
                    <a:pt x="2620" y="4953"/>
                  </a:lnTo>
                  <a:cubicBezTo>
                    <a:pt x="2608" y="4882"/>
                    <a:pt x="2560" y="4834"/>
                    <a:pt x="2489" y="4822"/>
                  </a:cubicBezTo>
                  <a:cubicBezTo>
                    <a:pt x="2334" y="4775"/>
                    <a:pt x="2203" y="4715"/>
                    <a:pt x="2084" y="4656"/>
                  </a:cubicBezTo>
                  <a:cubicBezTo>
                    <a:pt x="2054" y="4644"/>
                    <a:pt x="2021" y="4638"/>
                    <a:pt x="1989" y="4638"/>
                  </a:cubicBezTo>
                  <a:cubicBezTo>
                    <a:pt x="1956" y="4638"/>
                    <a:pt x="1923" y="4644"/>
                    <a:pt x="1893" y="4656"/>
                  </a:cubicBezTo>
                  <a:lnTo>
                    <a:pt x="1358" y="5013"/>
                  </a:lnTo>
                  <a:cubicBezTo>
                    <a:pt x="1342" y="5023"/>
                    <a:pt x="1328" y="5029"/>
                    <a:pt x="1314" y="5029"/>
                  </a:cubicBezTo>
                  <a:cubicBezTo>
                    <a:pt x="1298" y="5029"/>
                    <a:pt x="1282" y="5020"/>
                    <a:pt x="1262" y="5001"/>
                  </a:cubicBezTo>
                  <a:lnTo>
                    <a:pt x="1012" y="4751"/>
                  </a:lnTo>
                  <a:cubicBezTo>
                    <a:pt x="977" y="4715"/>
                    <a:pt x="977" y="4691"/>
                    <a:pt x="1000" y="4656"/>
                  </a:cubicBezTo>
                  <a:lnTo>
                    <a:pt x="1346" y="4120"/>
                  </a:lnTo>
                  <a:cubicBezTo>
                    <a:pt x="1393" y="4060"/>
                    <a:pt x="1393" y="3989"/>
                    <a:pt x="1346" y="3929"/>
                  </a:cubicBezTo>
                  <a:cubicBezTo>
                    <a:pt x="1274" y="3798"/>
                    <a:pt x="1215" y="3667"/>
                    <a:pt x="1191" y="3524"/>
                  </a:cubicBezTo>
                  <a:cubicBezTo>
                    <a:pt x="1167" y="3465"/>
                    <a:pt x="1108" y="3405"/>
                    <a:pt x="1048" y="3393"/>
                  </a:cubicBezTo>
                  <a:lnTo>
                    <a:pt x="417" y="3263"/>
                  </a:lnTo>
                  <a:cubicBezTo>
                    <a:pt x="381" y="3263"/>
                    <a:pt x="357" y="3227"/>
                    <a:pt x="357" y="3191"/>
                  </a:cubicBezTo>
                  <a:lnTo>
                    <a:pt x="357" y="2846"/>
                  </a:lnTo>
                  <a:cubicBezTo>
                    <a:pt x="357" y="2810"/>
                    <a:pt x="381" y="2786"/>
                    <a:pt x="417" y="2774"/>
                  </a:cubicBezTo>
                  <a:lnTo>
                    <a:pt x="453" y="2751"/>
                  </a:lnTo>
                  <a:cubicBezTo>
                    <a:pt x="560" y="2739"/>
                    <a:pt x="619" y="2631"/>
                    <a:pt x="608" y="2548"/>
                  </a:cubicBezTo>
                  <a:cubicBezTo>
                    <a:pt x="597" y="2450"/>
                    <a:pt x="506" y="2392"/>
                    <a:pt x="427" y="2392"/>
                  </a:cubicBezTo>
                  <a:cubicBezTo>
                    <a:pt x="419" y="2392"/>
                    <a:pt x="412" y="2392"/>
                    <a:pt x="405" y="2393"/>
                  </a:cubicBezTo>
                  <a:lnTo>
                    <a:pt x="357" y="2417"/>
                  </a:lnTo>
                  <a:cubicBezTo>
                    <a:pt x="143" y="2453"/>
                    <a:pt x="0" y="2631"/>
                    <a:pt x="0" y="2846"/>
                  </a:cubicBezTo>
                  <a:lnTo>
                    <a:pt x="0" y="3191"/>
                  </a:lnTo>
                  <a:cubicBezTo>
                    <a:pt x="0" y="3393"/>
                    <a:pt x="143" y="3572"/>
                    <a:pt x="357" y="3620"/>
                  </a:cubicBezTo>
                  <a:lnTo>
                    <a:pt x="893" y="3727"/>
                  </a:lnTo>
                  <a:cubicBezTo>
                    <a:pt x="917" y="3810"/>
                    <a:pt x="965" y="3917"/>
                    <a:pt x="1012" y="4001"/>
                  </a:cubicBezTo>
                  <a:lnTo>
                    <a:pt x="715" y="4453"/>
                  </a:lnTo>
                  <a:cubicBezTo>
                    <a:pt x="596" y="4632"/>
                    <a:pt x="619" y="4858"/>
                    <a:pt x="774" y="5001"/>
                  </a:cubicBezTo>
                  <a:lnTo>
                    <a:pt x="1024" y="5251"/>
                  </a:lnTo>
                  <a:cubicBezTo>
                    <a:pt x="1112" y="5339"/>
                    <a:pt x="1227" y="5381"/>
                    <a:pt x="1338" y="5381"/>
                  </a:cubicBezTo>
                  <a:cubicBezTo>
                    <a:pt x="1423" y="5381"/>
                    <a:pt x="1505" y="5357"/>
                    <a:pt x="1572" y="5310"/>
                  </a:cubicBezTo>
                  <a:lnTo>
                    <a:pt x="2024" y="5013"/>
                  </a:lnTo>
                  <a:cubicBezTo>
                    <a:pt x="2108" y="5060"/>
                    <a:pt x="2203" y="5108"/>
                    <a:pt x="2310" y="5132"/>
                  </a:cubicBezTo>
                  <a:lnTo>
                    <a:pt x="2405" y="5668"/>
                  </a:lnTo>
                  <a:cubicBezTo>
                    <a:pt x="2453" y="5882"/>
                    <a:pt x="2632" y="6025"/>
                    <a:pt x="2846" y="6025"/>
                  </a:cubicBezTo>
                  <a:lnTo>
                    <a:pt x="3179" y="6025"/>
                  </a:lnTo>
                  <a:cubicBezTo>
                    <a:pt x="3394" y="6025"/>
                    <a:pt x="3572" y="5882"/>
                    <a:pt x="3620" y="5668"/>
                  </a:cubicBezTo>
                  <a:lnTo>
                    <a:pt x="3715" y="5132"/>
                  </a:lnTo>
                  <a:cubicBezTo>
                    <a:pt x="3810" y="5108"/>
                    <a:pt x="3917" y="5060"/>
                    <a:pt x="4001" y="5013"/>
                  </a:cubicBezTo>
                  <a:lnTo>
                    <a:pt x="4453" y="5310"/>
                  </a:lnTo>
                  <a:cubicBezTo>
                    <a:pt x="4529" y="5361"/>
                    <a:pt x="4611" y="5386"/>
                    <a:pt x="4692" y="5386"/>
                  </a:cubicBezTo>
                  <a:cubicBezTo>
                    <a:pt x="4803" y="5386"/>
                    <a:pt x="4912" y="5340"/>
                    <a:pt x="5001" y="5251"/>
                  </a:cubicBezTo>
                  <a:lnTo>
                    <a:pt x="5251" y="5001"/>
                  </a:lnTo>
                  <a:cubicBezTo>
                    <a:pt x="5406" y="4858"/>
                    <a:pt x="5418" y="4620"/>
                    <a:pt x="5310" y="4453"/>
                  </a:cubicBezTo>
                  <a:lnTo>
                    <a:pt x="5013" y="4001"/>
                  </a:lnTo>
                  <a:cubicBezTo>
                    <a:pt x="5060" y="3917"/>
                    <a:pt x="5108" y="3822"/>
                    <a:pt x="5132" y="3727"/>
                  </a:cubicBezTo>
                  <a:lnTo>
                    <a:pt x="5668" y="3620"/>
                  </a:lnTo>
                  <a:cubicBezTo>
                    <a:pt x="5882" y="3572"/>
                    <a:pt x="6025" y="3393"/>
                    <a:pt x="6025" y="3191"/>
                  </a:cubicBezTo>
                  <a:lnTo>
                    <a:pt x="6025" y="2846"/>
                  </a:lnTo>
                  <a:cubicBezTo>
                    <a:pt x="6001" y="2631"/>
                    <a:pt x="5846" y="2453"/>
                    <a:pt x="5644" y="2417"/>
                  </a:cubicBezTo>
                  <a:lnTo>
                    <a:pt x="5108" y="2310"/>
                  </a:lnTo>
                  <a:cubicBezTo>
                    <a:pt x="5072" y="2215"/>
                    <a:pt x="5025" y="2120"/>
                    <a:pt x="4989" y="2024"/>
                  </a:cubicBezTo>
                  <a:lnTo>
                    <a:pt x="5287" y="1584"/>
                  </a:lnTo>
                  <a:cubicBezTo>
                    <a:pt x="5406" y="1405"/>
                    <a:pt x="5370" y="1179"/>
                    <a:pt x="5227" y="1024"/>
                  </a:cubicBezTo>
                  <a:lnTo>
                    <a:pt x="4965" y="774"/>
                  </a:lnTo>
                  <a:cubicBezTo>
                    <a:pt x="4882" y="691"/>
                    <a:pt x="4766" y="648"/>
                    <a:pt x="4651" y="648"/>
                  </a:cubicBezTo>
                  <a:cubicBezTo>
                    <a:pt x="4569" y="648"/>
                    <a:pt x="4487" y="670"/>
                    <a:pt x="4418" y="715"/>
                  </a:cubicBezTo>
                  <a:lnTo>
                    <a:pt x="3977" y="1012"/>
                  </a:lnTo>
                  <a:cubicBezTo>
                    <a:pt x="3882" y="965"/>
                    <a:pt x="3786" y="929"/>
                    <a:pt x="3691" y="893"/>
                  </a:cubicBezTo>
                  <a:lnTo>
                    <a:pt x="3584" y="357"/>
                  </a:lnTo>
                  <a:cubicBezTo>
                    <a:pt x="3536" y="155"/>
                    <a:pt x="3358" y="0"/>
                    <a:pt x="3155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9" name="Google Shape;729;p36"/>
            <p:cNvSpPr/>
            <p:nvPr/>
          </p:nvSpPr>
          <p:spPr>
            <a:xfrm>
              <a:off x="2738867" y="2986895"/>
              <a:ext cx="65066" cy="65066"/>
            </a:xfrm>
            <a:custGeom>
              <a:avLst/>
              <a:gdLst/>
              <a:ahLst/>
              <a:cxnLst/>
              <a:rect l="l" t="t" r="r" b="b"/>
              <a:pathLst>
                <a:path w="2049" h="2049" extrusionOk="0">
                  <a:moveTo>
                    <a:pt x="1025" y="0"/>
                  </a:moveTo>
                  <a:cubicBezTo>
                    <a:pt x="453" y="0"/>
                    <a:pt x="1" y="453"/>
                    <a:pt x="1" y="1024"/>
                  </a:cubicBezTo>
                  <a:cubicBezTo>
                    <a:pt x="1" y="1584"/>
                    <a:pt x="453" y="2048"/>
                    <a:pt x="1025" y="2048"/>
                  </a:cubicBezTo>
                  <a:cubicBezTo>
                    <a:pt x="1251" y="2048"/>
                    <a:pt x="1465" y="1977"/>
                    <a:pt x="1644" y="1846"/>
                  </a:cubicBezTo>
                  <a:cubicBezTo>
                    <a:pt x="1727" y="1786"/>
                    <a:pt x="1739" y="1667"/>
                    <a:pt x="1680" y="1584"/>
                  </a:cubicBezTo>
                  <a:cubicBezTo>
                    <a:pt x="1646" y="1543"/>
                    <a:pt x="1593" y="1522"/>
                    <a:pt x="1540" y="1522"/>
                  </a:cubicBezTo>
                  <a:cubicBezTo>
                    <a:pt x="1500" y="1522"/>
                    <a:pt x="1461" y="1534"/>
                    <a:pt x="1430" y="1560"/>
                  </a:cubicBezTo>
                  <a:cubicBezTo>
                    <a:pt x="1311" y="1644"/>
                    <a:pt x="1168" y="1691"/>
                    <a:pt x="1025" y="1691"/>
                  </a:cubicBezTo>
                  <a:cubicBezTo>
                    <a:pt x="668" y="1691"/>
                    <a:pt x="370" y="1393"/>
                    <a:pt x="370" y="1036"/>
                  </a:cubicBezTo>
                  <a:cubicBezTo>
                    <a:pt x="382" y="655"/>
                    <a:pt x="680" y="370"/>
                    <a:pt x="1037" y="370"/>
                  </a:cubicBezTo>
                  <a:cubicBezTo>
                    <a:pt x="1394" y="370"/>
                    <a:pt x="1692" y="667"/>
                    <a:pt x="1692" y="1024"/>
                  </a:cubicBezTo>
                  <a:cubicBezTo>
                    <a:pt x="1692" y="1132"/>
                    <a:pt x="1775" y="1203"/>
                    <a:pt x="1870" y="1203"/>
                  </a:cubicBezTo>
                  <a:cubicBezTo>
                    <a:pt x="1965" y="1203"/>
                    <a:pt x="2049" y="1108"/>
                    <a:pt x="2049" y="1024"/>
                  </a:cubicBezTo>
                  <a:cubicBezTo>
                    <a:pt x="2049" y="453"/>
                    <a:pt x="1584" y="0"/>
                    <a:pt x="1025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0" name="Google Shape;730;p36"/>
            <p:cNvSpPr/>
            <p:nvPr/>
          </p:nvSpPr>
          <p:spPr>
            <a:xfrm>
              <a:off x="2604670" y="2851904"/>
              <a:ext cx="70718" cy="71131"/>
            </a:xfrm>
            <a:custGeom>
              <a:avLst/>
              <a:gdLst/>
              <a:ahLst/>
              <a:cxnLst/>
              <a:rect l="l" t="t" r="r" b="b"/>
              <a:pathLst>
                <a:path w="2227" h="2240" extrusionOk="0">
                  <a:moveTo>
                    <a:pt x="1107" y="382"/>
                  </a:moveTo>
                  <a:cubicBezTo>
                    <a:pt x="1512" y="382"/>
                    <a:pt x="1858" y="715"/>
                    <a:pt x="1858" y="1120"/>
                  </a:cubicBezTo>
                  <a:cubicBezTo>
                    <a:pt x="1858" y="1525"/>
                    <a:pt x="1512" y="1870"/>
                    <a:pt x="1107" y="1870"/>
                  </a:cubicBezTo>
                  <a:cubicBezTo>
                    <a:pt x="691" y="1870"/>
                    <a:pt x="369" y="1525"/>
                    <a:pt x="369" y="1120"/>
                  </a:cubicBezTo>
                  <a:cubicBezTo>
                    <a:pt x="369" y="703"/>
                    <a:pt x="703" y="382"/>
                    <a:pt x="1107" y="382"/>
                  </a:cubicBezTo>
                  <a:close/>
                  <a:moveTo>
                    <a:pt x="1107" y="1"/>
                  </a:moveTo>
                  <a:cubicBezTo>
                    <a:pt x="500" y="1"/>
                    <a:pt x="0" y="513"/>
                    <a:pt x="0" y="1120"/>
                  </a:cubicBezTo>
                  <a:cubicBezTo>
                    <a:pt x="0" y="1727"/>
                    <a:pt x="500" y="2239"/>
                    <a:pt x="1107" y="2239"/>
                  </a:cubicBezTo>
                  <a:cubicBezTo>
                    <a:pt x="1727" y="2239"/>
                    <a:pt x="2227" y="1727"/>
                    <a:pt x="2227" y="1120"/>
                  </a:cubicBezTo>
                  <a:cubicBezTo>
                    <a:pt x="2227" y="513"/>
                    <a:pt x="1727" y="1"/>
                    <a:pt x="1107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4" name="Google Shape;732;p36"/>
          <p:cNvGrpSpPr/>
          <p:nvPr/>
        </p:nvGrpSpPr>
        <p:grpSpPr>
          <a:xfrm>
            <a:off x="4417196" y="2834313"/>
            <a:ext cx="309505" cy="260656"/>
            <a:chOff x="2171474" y="3369229"/>
            <a:chExt cx="408156" cy="343737"/>
          </a:xfrm>
        </p:grpSpPr>
        <p:sp>
          <p:nvSpPr>
            <p:cNvPr id="733" name="Google Shape;733;p36"/>
            <p:cNvSpPr/>
            <p:nvPr/>
          </p:nvSpPr>
          <p:spPr>
            <a:xfrm>
              <a:off x="2171474" y="3369229"/>
              <a:ext cx="408156" cy="343737"/>
            </a:xfrm>
            <a:custGeom>
              <a:avLst/>
              <a:gdLst/>
              <a:ahLst/>
              <a:cxnLst/>
              <a:rect l="l" t="t" r="r" b="b"/>
              <a:pathLst>
                <a:path w="12824" h="10800" extrusionOk="0">
                  <a:moveTo>
                    <a:pt x="5395" y="345"/>
                  </a:moveTo>
                  <a:cubicBezTo>
                    <a:pt x="5561" y="345"/>
                    <a:pt x="5704" y="405"/>
                    <a:pt x="5823" y="536"/>
                  </a:cubicBezTo>
                  <a:lnTo>
                    <a:pt x="6478" y="1191"/>
                  </a:lnTo>
                  <a:lnTo>
                    <a:pt x="5645" y="1191"/>
                  </a:lnTo>
                  <a:cubicBezTo>
                    <a:pt x="5537" y="1191"/>
                    <a:pt x="5442" y="1143"/>
                    <a:pt x="5347" y="1072"/>
                  </a:cubicBezTo>
                  <a:lnTo>
                    <a:pt x="4633" y="357"/>
                  </a:lnTo>
                  <a:lnTo>
                    <a:pt x="5395" y="357"/>
                  </a:lnTo>
                  <a:lnTo>
                    <a:pt x="5395" y="345"/>
                  </a:lnTo>
                  <a:close/>
                  <a:moveTo>
                    <a:pt x="6883" y="357"/>
                  </a:moveTo>
                  <a:cubicBezTo>
                    <a:pt x="7049" y="357"/>
                    <a:pt x="7192" y="417"/>
                    <a:pt x="7311" y="536"/>
                  </a:cubicBezTo>
                  <a:lnTo>
                    <a:pt x="7966" y="1191"/>
                  </a:lnTo>
                  <a:lnTo>
                    <a:pt x="7823" y="1191"/>
                  </a:lnTo>
                  <a:cubicBezTo>
                    <a:pt x="7716" y="1191"/>
                    <a:pt x="7621" y="1274"/>
                    <a:pt x="7621" y="1381"/>
                  </a:cubicBezTo>
                  <a:cubicBezTo>
                    <a:pt x="7621" y="1488"/>
                    <a:pt x="7716" y="1572"/>
                    <a:pt x="7823" y="1572"/>
                  </a:cubicBezTo>
                  <a:lnTo>
                    <a:pt x="12026" y="1572"/>
                  </a:lnTo>
                  <a:cubicBezTo>
                    <a:pt x="12253" y="1572"/>
                    <a:pt x="12443" y="1750"/>
                    <a:pt x="12443" y="1988"/>
                  </a:cubicBezTo>
                  <a:lnTo>
                    <a:pt x="12431" y="10001"/>
                  </a:lnTo>
                  <a:cubicBezTo>
                    <a:pt x="12431" y="10216"/>
                    <a:pt x="12253" y="10418"/>
                    <a:pt x="12014" y="10418"/>
                  </a:cubicBezTo>
                  <a:lnTo>
                    <a:pt x="775" y="10418"/>
                  </a:lnTo>
                  <a:cubicBezTo>
                    <a:pt x="561" y="10418"/>
                    <a:pt x="358" y="10239"/>
                    <a:pt x="358" y="10001"/>
                  </a:cubicBezTo>
                  <a:lnTo>
                    <a:pt x="358" y="774"/>
                  </a:lnTo>
                  <a:cubicBezTo>
                    <a:pt x="358" y="548"/>
                    <a:pt x="537" y="357"/>
                    <a:pt x="775" y="357"/>
                  </a:cubicBezTo>
                  <a:lnTo>
                    <a:pt x="3859" y="357"/>
                  </a:lnTo>
                  <a:cubicBezTo>
                    <a:pt x="4025" y="357"/>
                    <a:pt x="4168" y="417"/>
                    <a:pt x="4287" y="536"/>
                  </a:cubicBezTo>
                  <a:lnTo>
                    <a:pt x="5085" y="1322"/>
                  </a:lnTo>
                  <a:cubicBezTo>
                    <a:pt x="5228" y="1465"/>
                    <a:pt x="5418" y="1560"/>
                    <a:pt x="5645" y="1560"/>
                  </a:cubicBezTo>
                  <a:lnTo>
                    <a:pt x="6942" y="1560"/>
                  </a:lnTo>
                  <a:cubicBezTo>
                    <a:pt x="7014" y="1560"/>
                    <a:pt x="7085" y="1512"/>
                    <a:pt x="7121" y="1441"/>
                  </a:cubicBezTo>
                  <a:cubicBezTo>
                    <a:pt x="7145" y="1369"/>
                    <a:pt x="7133" y="1286"/>
                    <a:pt x="7073" y="1226"/>
                  </a:cubicBezTo>
                  <a:lnTo>
                    <a:pt x="6192" y="357"/>
                  </a:lnTo>
                  <a:close/>
                  <a:moveTo>
                    <a:pt x="799" y="0"/>
                  </a:moveTo>
                  <a:cubicBezTo>
                    <a:pt x="358" y="0"/>
                    <a:pt x="1" y="345"/>
                    <a:pt x="1" y="786"/>
                  </a:cubicBezTo>
                  <a:lnTo>
                    <a:pt x="1" y="10013"/>
                  </a:lnTo>
                  <a:cubicBezTo>
                    <a:pt x="1" y="10442"/>
                    <a:pt x="358" y="10799"/>
                    <a:pt x="799" y="10799"/>
                  </a:cubicBezTo>
                  <a:lnTo>
                    <a:pt x="12026" y="10799"/>
                  </a:lnTo>
                  <a:cubicBezTo>
                    <a:pt x="12467" y="10799"/>
                    <a:pt x="12824" y="10442"/>
                    <a:pt x="12824" y="10013"/>
                  </a:cubicBezTo>
                  <a:lnTo>
                    <a:pt x="12824" y="1988"/>
                  </a:lnTo>
                  <a:cubicBezTo>
                    <a:pt x="12824" y="1524"/>
                    <a:pt x="12467" y="1191"/>
                    <a:pt x="12026" y="1191"/>
                  </a:cubicBezTo>
                  <a:lnTo>
                    <a:pt x="8490" y="1191"/>
                  </a:lnTo>
                  <a:lnTo>
                    <a:pt x="7585" y="274"/>
                  </a:lnTo>
                  <a:cubicBezTo>
                    <a:pt x="7383" y="83"/>
                    <a:pt x="7145" y="0"/>
                    <a:pt x="6883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4" name="Google Shape;734;p36"/>
            <p:cNvSpPr/>
            <p:nvPr/>
          </p:nvSpPr>
          <p:spPr>
            <a:xfrm>
              <a:off x="2292737" y="3477220"/>
              <a:ext cx="164898" cy="164866"/>
            </a:xfrm>
            <a:custGeom>
              <a:avLst/>
              <a:gdLst/>
              <a:ahLst/>
              <a:cxnLst/>
              <a:rect l="l" t="t" r="r" b="b"/>
              <a:pathLst>
                <a:path w="5181" h="5180" extrusionOk="0">
                  <a:moveTo>
                    <a:pt x="2799" y="1382"/>
                  </a:moveTo>
                  <a:cubicBezTo>
                    <a:pt x="3025" y="1382"/>
                    <a:pt x="3216" y="1560"/>
                    <a:pt x="3216" y="1798"/>
                  </a:cubicBezTo>
                  <a:lnTo>
                    <a:pt x="3216" y="2203"/>
                  </a:lnTo>
                  <a:cubicBezTo>
                    <a:pt x="3204" y="2525"/>
                    <a:pt x="2942" y="2810"/>
                    <a:pt x="2597" y="2810"/>
                  </a:cubicBezTo>
                  <a:cubicBezTo>
                    <a:pt x="2251" y="2810"/>
                    <a:pt x="1977" y="2525"/>
                    <a:pt x="1977" y="2203"/>
                  </a:cubicBezTo>
                  <a:lnTo>
                    <a:pt x="1977" y="1798"/>
                  </a:lnTo>
                  <a:cubicBezTo>
                    <a:pt x="1977" y="1572"/>
                    <a:pt x="2156" y="1382"/>
                    <a:pt x="2406" y="1382"/>
                  </a:cubicBezTo>
                  <a:close/>
                  <a:moveTo>
                    <a:pt x="2799" y="3156"/>
                  </a:moveTo>
                  <a:lnTo>
                    <a:pt x="2799" y="3275"/>
                  </a:lnTo>
                  <a:cubicBezTo>
                    <a:pt x="2799" y="3346"/>
                    <a:pt x="2835" y="3406"/>
                    <a:pt x="2858" y="3465"/>
                  </a:cubicBezTo>
                  <a:lnTo>
                    <a:pt x="2608" y="3715"/>
                  </a:lnTo>
                  <a:lnTo>
                    <a:pt x="2573" y="3715"/>
                  </a:lnTo>
                  <a:lnTo>
                    <a:pt x="2323" y="3465"/>
                  </a:lnTo>
                  <a:cubicBezTo>
                    <a:pt x="2358" y="3406"/>
                    <a:pt x="2382" y="3346"/>
                    <a:pt x="2382" y="3275"/>
                  </a:cubicBezTo>
                  <a:lnTo>
                    <a:pt x="2382" y="3156"/>
                  </a:lnTo>
                  <a:cubicBezTo>
                    <a:pt x="2454" y="3167"/>
                    <a:pt x="2513" y="3179"/>
                    <a:pt x="2597" y="3179"/>
                  </a:cubicBezTo>
                  <a:cubicBezTo>
                    <a:pt x="2668" y="3179"/>
                    <a:pt x="2739" y="3167"/>
                    <a:pt x="2799" y="3156"/>
                  </a:cubicBezTo>
                  <a:close/>
                  <a:moveTo>
                    <a:pt x="2573" y="381"/>
                  </a:moveTo>
                  <a:cubicBezTo>
                    <a:pt x="3799" y="381"/>
                    <a:pt x="4799" y="1382"/>
                    <a:pt x="4799" y="2596"/>
                  </a:cubicBezTo>
                  <a:cubicBezTo>
                    <a:pt x="4811" y="3287"/>
                    <a:pt x="4490" y="3906"/>
                    <a:pt x="3978" y="4322"/>
                  </a:cubicBezTo>
                  <a:lnTo>
                    <a:pt x="3978" y="4049"/>
                  </a:lnTo>
                  <a:cubicBezTo>
                    <a:pt x="3978" y="3822"/>
                    <a:pt x="3859" y="3608"/>
                    <a:pt x="3656" y="3525"/>
                  </a:cubicBezTo>
                  <a:lnTo>
                    <a:pt x="3180" y="3287"/>
                  </a:lnTo>
                  <a:lnTo>
                    <a:pt x="3180" y="3275"/>
                  </a:lnTo>
                  <a:lnTo>
                    <a:pt x="3180" y="2989"/>
                  </a:lnTo>
                  <a:cubicBezTo>
                    <a:pt x="3418" y="2810"/>
                    <a:pt x="3573" y="2513"/>
                    <a:pt x="3573" y="2203"/>
                  </a:cubicBezTo>
                  <a:lnTo>
                    <a:pt x="3573" y="1798"/>
                  </a:lnTo>
                  <a:cubicBezTo>
                    <a:pt x="3573" y="1370"/>
                    <a:pt x="3216" y="1012"/>
                    <a:pt x="2787" y="1012"/>
                  </a:cubicBezTo>
                  <a:lnTo>
                    <a:pt x="2382" y="1012"/>
                  </a:lnTo>
                  <a:cubicBezTo>
                    <a:pt x="1954" y="1012"/>
                    <a:pt x="1596" y="1370"/>
                    <a:pt x="1596" y="1798"/>
                  </a:cubicBezTo>
                  <a:lnTo>
                    <a:pt x="1596" y="2203"/>
                  </a:lnTo>
                  <a:cubicBezTo>
                    <a:pt x="1596" y="2525"/>
                    <a:pt x="1763" y="2810"/>
                    <a:pt x="2001" y="2989"/>
                  </a:cubicBezTo>
                  <a:lnTo>
                    <a:pt x="2001" y="3275"/>
                  </a:lnTo>
                  <a:lnTo>
                    <a:pt x="2001" y="3287"/>
                  </a:lnTo>
                  <a:lnTo>
                    <a:pt x="1525" y="3525"/>
                  </a:lnTo>
                  <a:cubicBezTo>
                    <a:pt x="1334" y="3632"/>
                    <a:pt x="1192" y="3822"/>
                    <a:pt x="1192" y="4049"/>
                  </a:cubicBezTo>
                  <a:lnTo>
                    <a:pt x="1192" y="4322"/>
                  </a:lnTo>
                  <a:cubicBezTo>
                    <a:pt x="692" y="3918"/>
                    <a:pt x="358" y="3298"/>
                    <a:pt x="358" y="2596"/>
                  </a:cubicBezTo>
                  <a:cubicBezTo>
                    <a:pt x="358" y="1382"/>
                    <a:pt x="1358" y="381"/>
                    <a:pt x="2573" y="381"/>
                  </a:cubicBezTo>
                  <a:close/>
                  <a:moveTo>
                    <a:pt x="3156" y="3691"/>
                  </a:moveTo>
                  <a:lnTo>
                    <a:pt x="3490" y="3846"/>
                  </a:lnTo>
                  <a:cubicBezTo>
                    <a:pt x="3561" y="3882"/>
                    <a:pt x="3609" y="3953"/>
                    <a:pt x="3609" y="4049"/>
                  </a:cubicBezTo>
                  <a:lnTo>
                    <a:pt x="3609" y="4560"/>
                  </a:lnTo>
                  <a:cubicBezTo>
                    <a:pt x="3311" y="4727"/>
                    <a:pt x="2954" y="4822"/>
                    <a:pt x="2597" y="4822"/>
                  </a:cubicBezTo>
                  <a:cubicBezTo>
                    <a:pt x="2227" y="4822"/>
                    <a:pt x="1882" y="4727"/>
                    <a:pt x="1585" y="4560"/>
                  </a:cubicBezTo>
                  <a:lnTo>
                    <a:pt x="1585" y="4049"/>
                  </a:lnTo>
                  <a:cubicBezTo>
                    <a:pt x="1585" y="3965"/>
                    <a:pt x="1632" y="3894"/>
                    <a:pt x="1704" y="3846"/>
                  </a:cubicBezTo>
                  <a:lnTo>
                    <a:pt x="2025" y="3691"/>
                  </a:lnTo>
                  <a:lnTo>
                    <a:pt x="2323" y="3989"/>
                  </a:lnTo>
                  <a:cubicBezTo>
                    <a:pt x="2406" y="4060"/>
                    <a:pt x="2489" y="4108"/>
                    <a:pt x="2597" y="4108"/>
                  </a:cubicBezTo>
                  <a:cubicBezTo>
                    <a:pt x="2704" y="4108"/>
                    <a:pt x="2799" y="4060"/>
                    <a:pt x="2858" y="3989"/>
                  </a:cubicBezTo>
                  <a:lnTo>
                    <a:pt x="3156" y="3691"/>
                  </a:lnTo>
                  <a:close/>
                  <a:moveTo>
                    <a:pt x="2597" y="0"/>
                  </a:moveTo>
                  <a:cubicBezTo>
                    <a:pt x="1168" y="0"/>
                    <a:pt x="1" y="1155"/>
                    <a:pt x="1" y="2584"/>
                  </a:cubicBezTo>
                  <a:cubicBezTo>
                    <a:pt x="1" y="4013"/>
                    <a:pt x="1168" y="5180"/>
                    <a:pt x="2597" y="5180"/>
                  </a:cubicBezTo>
                  <a:cubicBezTo>
                    <a:pt x="4025" y="5180"/>
                    <a:pt x="5180" y="4013"/>
                    <a:pt x="5180" y="2584"/>
                  </a:cubicBezTo>
                  <a:cubicBezTo>
                    <a:pt x="5180" y="1155"/>
                    <a:pt x="4025" y="0"/>
                    <a:pt x="2597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5" name="Google Shape;735;p36"/>
            <p:cNvSpPr/>
            <p:nvPr/>
          </p:nvSpPr>
          <p:spPr>
            <a:xfrm>
              <a:off x="2256358" y="3451503"/>
              <a:ext cx="188769" cy="177311"/>
            </a:xfrm>
            <a:custGeom>
              <a:avLst/>
              <a:gdLst/>
              <a:ahLst/>
              <a:cxnLst/>
              <a:rect l="l" t="t" r="r" b="b"/>
              <a:pathLst>
                <a:path w="5931" h="5571" extrusionOk="0">
                  <a:moveTo>
                    <a:pt x="3751" y="0"/>
                  </a:moveTo>
                  <a:cubicBezTo>
                    <a:pt x="2872" y="0"/>
                    <a:pt x="1994" y="341"/>
                    <a:pt x="1323" y="999"/>
                  </a:cubicBezTo>
                  <a:cubicBezTo>
                    <a:pt x="120" y="2201"/>
                    <a:pt x="1" y="4142"/>
                    <a:pt x="1049" y="5488"/>
                  </a:cubicBezTo>
                  <a:cubicBezTo>
                    <a:pt x="1073" y="5535"/>
                    <a:pt x="1132" y="5571"/>
                    <a:pt x="1192" y="5571"/>
                  </a:cubicBezTo>
                  <a:cubicBezTo>
                    <a:pt x="1239" y="5571"/>
                    <a:pt x="1263" y="5547"/>
                    <a:pt x="1311" y="5523"/>
                  </a:cubicBezTo>
                  <a:cubicBezTo>
                    <a:pt x="1382" y="5464"/>
                    <a:pt x="1406" y="5345"/>
                    <a:pt x="1346" y="5249"/>
                  </a:cubicBezTo>
                  <a:cubicBezTo>
                    <a:pt x="406" y="4047"/>
                    <a:pt x="525" y="2332"/>
                    <a:pt x="1596" y="1261"/>
                  </a:cubicBezTo>
                  <a:cubicBezTo>
                    <a:pt x="2181" y="676"/>
                    <a:pt x="2961" y="375"/>
                    <a:pt x="3742" y="375"/>
                  </a:cubicBezTo>
                  <a:cubicBezTo>
                    <a:pt x="4393" y="375"/>
                    <a:pt x="5044" y="584"/>
                    <a:pt x="5585" y="1011"/>
                  </a:cubicBezTo>
                  <a:cubicBezTo>
                    <a:pt x="5616" y="1037"/>
                    <a:pt x="5656" y="1049"/>
                    <a:pt x="5697" y="1049"/>
                  </a:cubicBezTo>
                  <a:cubicBezTo>
                    <a:pt x="5750" y="1049"/>
                    <a:pt x="5806" y="1028"/>
                    <a:pt x="5847" y="987"/>
                  </a:cubicBezTo>
                  <a:cubicBezTo>
                    <a:pt x="5930" y="904"/>
                    <a:pt x="5895" y="773"/>
                    <a:pt x="5823" y="713"/>
                  </a:cubicBezTo>
                  <a:cubicBezTo>
                    <a:pt x="5209" y="233"/>
                    <a:pt x="4479" y="0"/>
                    <a:pt x="3751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6" name="Google Shape;736;p36"/>
            <p:cNvSpPr/>
            <p:nvPr/>
          </p:nvSpPr>
          <p:spPr>
            <a:xfrm>
              <a:off x="2305245" y="3491160"/>
              <a:ext cx="189151" cy="176706"/>
            </a:xfrm>
            <a:custGeom>
              <a:avLst/>
              <a:gdLst/>
              <a:ahLst/>
              <a:cxnLst/>
              <a:rect l="l" t="t" r="r" b="b"/>
              <a:pathLst>
                <a:path w="5943" h="5552" extrusionOk="0">
                  <a:moveTo>
                    <a:pt x="4739" y="1"/>
                  </a:moveTo>
                  <a:cubicBezTo>
                    <a:pt x="4695" y="1"/>
                    <a:pt x="4650" y="13"/>
                    <a:pt x="4609" y="39"/>
                  </a:cubicBezTo>
                  <a:cubicBezTo>
                    <a:pt x="4537" y="98"/>
                    <a:pt x="4525" y="217"/>
                    <a:pt x="4585" y="301"/>
                  </a:cubicBezTo>
                  <a:cubicBezTo>
                    <a:pt x="5513" y="1503"/>
                    <a:pt x="5406" y="3218"/>
                    <a:pt x="4335" y="4289"/>
                  </a:cubicBezTo>
                  <a:cubicBezTo>
                    <a:pt x="3750" y="4874"/>
                    <a:pt x="2970" y="5175"/>
                    <a:pt x="2189" y="5175"/>
                  </a:cubicBezTo>
                  <a:cubicBezTo>
                    <a:pt x="1538" y="5175"/>
                    <a:pt x="887" y="4966"/>
                    <a:pt x="346" y="4539"/>
                  </a:cubicBezTo>
                  <a:cubicBezTo>
                    <a:pt x="314" y="4516"/>
                    <a:pt x="276" y="4505"/>
                    <a:pt x="237" y="4505"/>
                  </a:cubicBezTo>
                  <a:cubicBezTo>
                    <a:pt x="177" y="4505"/>
                    <a:pt x="116" y="4531"/>
                    <a:pt x="72" y="4575"/>
                  </a:cubicBezTo>
                  <a:cubicBezTo>
                    <a:pt x="1" y="4646"/>
                    <a:pt x="25" y="4765"/>
                    <a:pt x="96" y="4837"/>
                  </a:cubicBezTo>
                  <a:cubicBezTo>
                    <a:pt x="715" y="5313"/>
                    <a:pt x="1453" y="5551"/>
                    <a:pt x="2180" y="5551"/>
                  </a:cubicBezTo>
                  <a:cubicBezTo>
                    <a:pt x="3061" y="5551"/>
                    <a:pt x="3930" y="5218"/>
                    <a:pt x="4597" y="4551"/>
                  </a:cubicBezTo>
                  <a:cubicBezTo>
                    <a:pt x="5823" y="3349"/>
                    <a:pt x="5942" y="1420"/>
                    <a:pt x="4882" y="62"/>
                  </a:cubicBezTo>
                  <a:cubicBezTo>
                    <a:pt x="4849" y="22"/>
                    <a:pt x="4796" y="1"/>
                    <a:pt x="4739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5" name="Google Shape;10847;p59"/>
          <p:cNvGrpSpPr/>
          <p:nvPr/>
        </p:nvGrpSpPr>
        <p:grpSpPr>
          <a:xfrm>
            <a:off x="7474663" y="2771373"/>
            <a:ext cx="377474" cy="335748"/>
            <a:chOff x="854261" y="2908813"/>
            <a:chExt cx="377474" cy="335748"/>
          </a:xfrm>
        </p:grpSpPr>
        <p:sp>
          <p:nvSpPr>
            <p:cNvPr id="49" name="Google Shape;10848;p59"/>
            <p:cNvSpPr/>
            <p:nvPr/>
          </p:nvSpPr>
          <p:spPr>
            <a:xfrm>
              <a:off x="896337" y="3079695"/>
              <a:ext cx="47391" cy="17091"/>
            </a:xfrm>
            <a:custGeom>
              <a:avLst/>
              <a:gdLst/>
              <a:ahLst/>
              <a:cxnLst/>
              <a:rect l="l" t="t" r="r" b="b"/>
              <a:pathLst>
                <a:path w="1489" h="537" extrusionOk="0">
                  <a:moveTo>
                    <a:pt x="179" y="1"/>
                  </a:moveTo>
                  <a:cubicBezTo>
                    <a:pt x="96" y="1"/>
                    <a:pt x="0" y="72"/>
                    <a:pt x="0" y="179"/>
                  </a:cubicBezTo>
                  <a:cubicBezTo>
                    <a:pt x="0" y="263"/>
                    <a:pt x="84" y="358"/>
                    <a:pt x="179" y="358"/>
                  </a:cubicBezTo>
                  <a:cubicBezTo>
                    <a:pt x="381" y="358"/>
                    <a:pt x="941" y="382"/>
                    <a:pt x="1227" y="525"/>
                  </a:cubicBezTo>
                  <a:cubicBezTo>
                    <a:pt x="1251" y="537"/>
                    <a:pt x="1274" y="537"/>
                    <a:pt x="1298" y="537"/>
                  </a:cubicBezTo>
                  <a:cubicBezTo>
                    <a:pt x="1358" y="537"/>
                    <a:pt x="1417" y="501"/>
                    <a:pt x="1453" y="441"/>
                  </a:cubicBezTo>
                  <a:cubicBezTo>
                    <a:pt x="1489" y="358"/>
                    <a:pt x="1465" y="251"/>
                    <a:pt x="1370" y="203"/>
                  </a:cubicBezTo>
                  <a:cubicBezTo>
                    <a:pt x="977" y="1"/>
                    <a:pt x="215" y="1"/>
                    <a:pt x="17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" name="Google Shape;10849;p59"/>
            <p:cNvSpPr/>
            <p:nvPr/>
          </p:nvSpPr>
          <p:spPr>
            <a:xfrm>
              <a:off x="878514" y="3191855"/>
              <a:ext cx="11426" cy="52706"/>
            </a:xfrm>
            <a:custGeom>
              <a:avLst/>
              <a:gdLst/>
              <a:ahLst/>
              <a:cxnLst/>
              <a:rect l="l" t="t" r="r" b="b"/>
              <a:pathLst>
                <a:path w="359" h="1656" extrusionOk="0">
                  <a:moveTo>
                    <a:pt x="179" y="1"/>
                  </a:moveTo>
                  <a:cubicBezTo>
                    <a:pt x="84" y="1"/>
                    <a:pt x="1" y="72"/>
                    <a:pt x="1" y="180"/>
                  </a:cubicBezTo>
                  <a:lnTo>
                    <a:pt x="1" y="1477"/>
                  </a:lnTo>
                  <a:cubicBezTo>
                    <a:pt x="1" y="1561"/>
                    <a:pt x="72" y="1656"/>
                    <a:pt x="179" y="1656"/>
                  </a:cubicBezTo>
                  <a:cubicBezTo>
                    <a:pt x="287" y="1656"/>
                    <a:pt x="358" y="1585"/>
                    <a:pt x="358" y="1477"/>
                  </a:cubicBezTo>
                  <a:lnTo>
                    <a:pt x="358" y="180"/>
                  </a:lnTo>
                  <a:cubicBezTo>
                    <a:pt x="358" y="72"/>
                    <a:pt x="287" y="1"/>
                    <a:pt x="17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" name="Google Shape;10850;p59"/>
            <p:cNvSpPr/>
            <p:nvPr/>
          </p:nvSpPr>
          <p:spPr>
            <a:xfrm>
              <a:off x="854261" y="3050159"/>
              <a:ext cx="219451" cy="194052"/>
            </a:xfrm>
            <a:custGeom>
              <a:avLst/>
              <a:gdLst/>
              <a:ahLst/>
              <a:cxnLst/>
              <a:rect l="l" t="t" r="r" b="b"/>
              <a:pathLst>
                <a:path w="6895" h="6097" extrusionOk="0">
                  <a:moveTo>
                    <a:pt x="6406" y="679"/>
                  </a:moveTo>
                  <a:lnTo>
                    <a:pt x="6466" y="929"/>
                  </a:lnTo>
                  <a:cubicBezTo>
                    <a:pt x="6490" y="1000"/>
                    <a:pt x="6478" y="1072"/>
                    <a:pt x="6418" y="1119"/>
                  </a:cubicBezTo>
                  <a:lnTo>
                    <a:pt x="6311" y="1226"/>
                  </a:lnTo>
                  <a:lnTo>
                    <a:pt x="6073" y="988"/>
                  </a:lnTo>
                  <a:lnTo>
                    <a:pt x="6406" y="679"/>
                  </a:lnTo>
                  <a:close/>
                  <a:moveTo>
                    <a:pt x="3192" y="345"/>
                  </a:moveTo>
                  <a:lnTo>
                    <a:pt x="3192" y="1060"/>
                  </a:lnTo>
                  <a:cubicBezTo>
                    <a:pt x="3192" y="1179"/>
                    <a:pt x="3156" y="1298"/>
                    <a:pt x="3108" y="1405"/>
                  </a:cubicBezTo>
                  <a:lnTo>
                    <a:pt x="3025" y="1584"/>
                  </a:lnTo>
                  <a:cubicBezTo>
                    <a:pt x="3013" y="1607"/>
                    <a:pt x="3013" y="1619"/>
                    <a:pt x="3013" y="1655"/>
                  </a:cubicBezTo>
                  <a:lnTo>
                    <a:pt x="3013" y="2024"/>
                  </a:lnTo>
                  <a:cubicBezTo>
                    <a:pt x="2989" y="2286"/>
                    <a:pt x="2894" y="2524"/>
                    <a:pt x="2715" y="2703"/>
                  </a:cubicBezTo>
                  <a:cubicBezTo>
                    <a:pt x="2537" y="2881"/>
                    <a:pt x="2275" y="2965"/>
                    <a:pt x="2025" y="2965"/>
                  </a:cubicBezTo>
                  <a:cubicBezTo>
                    <a:pt x="1525" y="2953"/>
                    <a:pt x="1120" y="2500"/>
                    <a:pt x="1120" y="1988"/>
                  </a:cubicBezTo>
                  <a:lnTo>
                    <a:pt x="1120" y="1655"/>
                  </a:lnTo>
                  <a:cubicBezTo>
                    <a:pt x="1120" y="1619"/>
                    <a:pt x="1120" y="1596"/>
                    <a:pt x="1108" y="1584"/>
                  </a:cubicBezTo>
                  <a:lnTo>
                    <a:pt x="1001" y="1369"/>
                  </a:lnTo>
                  <a:cubicBezTo>
                    <a:pt x="953" y="1298"/>
                    <a:pt x="941" y="1203"/>
                    <a:pt x="941" y="1119"/>
                  </a:cubicBezTo>
                  <a:lnTo>
                    <a:pt x="941" y="1107"/>
                  </a:lnTo>
                  <a:cubicBezTo>
                    <a:pt x="941" y="691"/>
                    <a:pt x="1287" y="345"/>
                    <a:pt x="1703" y="345"/>
                  </a:cubicBezTo>
                  <a:close/>
                  <a:moveTo>
                    <a:pt x="2442" y="3227"/>
                  </a:moveTo>
                  <a:cubicBezTo>
                    <a:pt x="2454" y="3298"/>
                    <a:pt x="2477" y="3334"/>
                    <a:pt x="2489" y="3381"/>
                  </a:cubicBezTo>
                  <a:lnTo>
                    <a:pt x="2323" y="3548"/>
                  </a:lnTo>
                  <a:cubicBezTo>
                    <a:pt x="2251" y="3620"/>
                    <a:pt x="2156" y="3655"/>
                    <a:pt x="2059" y="3655"/>
                  </a:cubicBezTo>
                  <a:cubicBezTo>
                    <a:pt x="1962" y="3655"/>
                    <a:pt x="1864" y="3620"/>
                    <a:pt x="1787" y="3548"/>
                  </a:cubicBezTo>
                  <a:lnTo>
                    <a:pt x="1644" y="3393"/>
                  </a:lnTo>
                  <a:cubicBezTo>
                    <a:pt x="1656" y="3358"/>
                    <a:pt x="1668" y="3286"/>
                    <a:pt x="1668" y="3227"/>
                  </a:cubicBezTo>
                  <a:cubicBezTo>
                    <a:pt x="1775" y="3262"/>
                    <a:pt x="1894" y="3286"/>
                    <a:pt x="2013" y="3286"/>
                  </a:cubicBezTo>
                  <a:lnTo>
                    <a:pt x="2061" y="3286"/>
                  </a:lnTo>
                  <a:cubicBezTo>
                    <a:pt x="2192" y="3286"/>
                    <a:pt x="2323" y="3274"/>
                    <a:pt x="2442" y="3227"/>
                  </a:cubicBezTo>
                  <a:close/>
                  <a:moveTo>
                    <a:pt x="1680" y="0"/>
                  </a:moveTo>
                  <a:cubicBezTo>
                    <a:pt x="1072" y="0"/>
                    <a:pt x="584" y="500"/>
                    <a:pt x="584" y="1107"/>
                  </a:cubicBezTo>
                  <a:lnTo>
                    <a:pt x="584" y="1119"/>
                  </a:lnTo>
                  <a:cubicBezTo>
                    <a:pt x="584" y="1250"/>
                    <a:pt x="608" y="1405"/>
                    <a:pt x="668" y="1524"/>
                  </a:cubicBezTo>
                  <a:lnTo>
                    <a:pt x="763" y="1703"/>
                  </a:lnTo>
                  <a:lnTo>
                    <a:pt x="763" y="1988"/>
                  </a:lnTo>
                  <a:cubicBezTo>
                    <a:pt x="763" y="2429"/>
                    <a:pt x="977" y="2834"/>
                    <a:pt x="1311" y="3072"/>
                  </a:cubicBezTo>
                  <a:lnTo>
                    <a:pt x="1311" y="3215"/>
                  </a:lnTo>
                  <a:cubicBezTo>
                    <a:pt x="1311" y="3310"/>
                    <a:pt x="1251" y="3381"/>
                    <a:pt x="1156" y="3417"/>
                  </a:cubicBezTo>
                  <a:lnTo>
                    <a:pt x="537" y="3596"/>
                  </a:lnTo>
                  <a:cubicBezTo>
                    <a:pt x="227" y="3679"/>
                    <a:pt x="1" y="3965"/>
                    <a:pt x="1" y="4286"/>
                  </a:cubicBezTo>
                  <a:lnTo>
                    <a:pt x="1" y="5917"/>
                  </a:lnTo>
                  <a:cubicBezTo>
                    <a:pt x="1" y="6001"/>
                    <a:pt x="72" y="6096"/>
                    <a:pt x="179" y="6096"/>
                  </a:cubicBezTo>
                  <a:cubicBezTo>
                    <a:pt x="287" y="6096"/>
                    <a:pt x="358" y="6013"/>
                    <a:pt x="358" y="5917"/>
                  </a:cubicBezTo>
                  <a:lnTo>
                    <a:pt x="358" y="4310"/>
                  </a:lnTo>
                  <a:cubicBezTo>
                    <a:pt x="358" y="4143"/>
                    <a:pt x="477" y="3977"/>
                    <a:pt x="644" y="3929"/>
                  </a:cubicBezTo>
                  <a:lnTo>
                    <a:pt x="1263" y="3751"/>
                  </a:lnTo>
                  <a:cubicBezTo>
                    <a:pt x="1322" y="3739"/>
                    <a:pt x="1370" y="3715"/>
                    <a:pt x="1418" y="3679"/>
                  </a:cubicBezTo>
                  <a:lnTo>
                    <a:pt x="1513" y="3786"/>
                  </a:lnTo>
                  <a:cubicBezTo>
                    <a:pt x="1668" y="3929"/>
                    <a:pt x="1846" y="3989"/>
                    <a:pt x="2037" y="3989"/>
                  </a:cubicBezTo>
                  <a:cubicBezTo>
                    <a:pt x="2227" y="3989"/>
                    <a:pt x="2406" y="3917"/>
                    <a:pt x="2561" y="3786"/>
                  </a:cubicBezTo>
                  <a:lnTo>
                    <a:pt x="2727" y="3620"/>
                  </a:lnTo>
                  <a:cubicBezTo>
                    <a:pt x="2799" y="3655"/>
                    <a:pt x="2870" y="3679"/>
                    <a:pt x="2966" y="3679"/>
                  </a:cubicBezTo>
                  <a:lnTo>
                    <a:pt x="3001" y="3679"/>
                  </a:lnTo>
                  <a:cubicBezTo>
                    <a:pt x="3144" y="3679"/>
                    <a:pt x="3275" y="3620"/>
                    <a:pt x="3382" y="3524"/>
                  </a:cubicBezTo>
                  <a:lnTo>
                    <a:pt x="5823" y="1226"/>
                  </a:lnTo>
                  <a:lnTo>
                    <a:pt x="6061" y="1465"/>
                  </a:lnTo>
                  <a:lnTo>
                    <a:pt x="3239" y="4274"/>
                  </a:lnTo>
                  <a:cubicBezTo>
                    <a:pt x="3061" y="4453"/>
                    <a:pt x="2977" y="4679"/>
                    <a:pt x="2977" y="4917"/>
                  </a:cubicBezTo>
                  <a:lnTo>
                    <a:pt x="2977" y="5906"/>
                  </a:lnTo>
                  <a:cubicBezTo>
                    <a:pt x="2977" y="6001"/>
                    <a:pt x="3049" y="6096"/>
                    <a:pt x="3156" y="6096"/>
                  </a:cubicBezTo>
                  <a:cubicBezTo>
                    <a:pt x="3239" y="6096"/>
                    <a:pt x="3335" y="6013"/>
                    <a:pt x="3335" y="5906"/>
                  </a:cubicBezTo>
                  <a:lnTo>
                    <a:pt x="3335" y="4917"/>
                  </a:lnTo>
                  <a:cubicBezTo>
                    <a:pt x="3335" y="4763"/>
                    <a:pt x="3394" y="4620"/>
                    <a:pt x="3501" y="4513"/>
                  </a:cubicBezTo>
                  <a:lnTo>
                    <a:pt x="6656" y="1357"/>
                  </a:lnTo>
                  <a:cubicBezTo>
                    <a:pt x="6787" y="1226"/>
                    <a:pt x="6847" y="1024"/>
                    <a:pt x="6799" y="834"/>
                  </a:cubicBezTo>
                  <a:lnTo>
                    <a:pt x="6704" y="405"/>
                  </a:lnTo>
                  <a:lnTo>
                    <a:pt x="6823" y="298"/>
                  </a:lnTo>
                  <a:cubicBezTo>
                    <a:pt x="6895" y="238"/>
                    <a:pt x="6895" y="119"/>
                    <a:pt x="6823" y="60"/>
                  </a:cubicBezTo>
                  <a:cubicBezTo>
                    <a:pt x="6793" y="24"/>
                    <a:pt x="6749" y="6"/>
                    <a:pt x="6704" y="6"/>
                  </a:cubicBezTo>
                  <a:cubicBezTo>
                    <a:pt x="6659" y="6"/>
                    <a:pt x="6615" y="24"/>
                    <a:pt x="6585" y="60"/>
                  </a:cubicBezTo>
                  <a:lnTo>
                    <a:pt x="3156" y="3274"/>
                  </a:lnTo>
                  <a:cubicBezTo>
                    <a:pt x="3132" y="3310"/>
                    <a:pt x="3073" y="3334"/>
                    <a:pt x="3025" y="3334"/>
                  </a:cubicBezTo>
                  <a:lnTo>
                    <a:pt x="2977" y="3334"/>
                  </a:lnTo>
                  <a:cubicBezTo>
                    <a:pt x="2870" y="3334"/>
                    <a:pt x="2787" y="3250"/>
                    <a:pt x="2787" y="3143"/>
                  </a:cubicBezTo>
                  <a:lnTo>
                    <a:pt x="2787" y="3084"/>
                  </a:lnTo>
                  <a:cubicBezTo>
                    <a:pt x="2846" y="3036"/>
                    <a:pt x="2906" y="3000"/>
                    <a:pt x="2942" y="2953"/>
                  </a:cubicBezTo>
                  <a:cubicBezTo>
                    <a:pt x="3204" y="2715"/>
                    <a:pt x="3335" y="2381"/>
                    <a:pt x="3335" y="2024"/>
                  </a:cubicBezTo>
                  <a:lnTo>
                    <a:pt x="3335" y="1703"/>
                  </a:lnTo>
                  <a:lnTo>
                    <a:pt x="3406" y="1572"/>
                  </a:lnTo>
                  <a:cubicBezTo>
                    <a:pt x="3477" y="1417"/>
                    <a:pt x="3525" y="1238"/>
                    <a:pt x="3525" y="1072"/>
                  </a:cubicBezTo>
                  <a:lnTo>
                    <a:pt x="3525" y="179"/>
                  </a:lnTo>
                  <a:cubicBezTo>
                    <a:pt x="3525" y="95"/>
                    <a:pt x="3454" y="0"/>
                    <a:pt x="33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" name="Google Shape;10851;p59"/>
            <p:cNvSpPr/>
            <p:nvPr/>
          </p:nvSpPr>
          <p:spPr>
            <a:xfrm>
              <a:off x="1008115" y="2908813"/>
              <a:ext cx="223620" cy="188355"/>
            </a:xfrm>
            <a:custGeom>
              <a:avLst/>
              <a:gdLst/>
              <a:ahLst/>
              <a:cxnLst/>
              <a:rect l="l" t="t" r="r" b="b"/>
              <a:pathLst>
                <a:path w="7026" h="5918" extrusionOk="0">
                  <a:moveTo>
                    <a:pt x="560" y="0"/>
                  </a:moveTo>
                  <a:cubicBezTo>
                    <a:pt x="263" y="0"/>
                    <a:pt x="1" y="238"/>
                    <a:pt x="1" y="548"/>
                  </a:cubicBezTo>
                  <a:lnTo>
                    <a:pt x="1" y="5251"/>
                  </a:lnTo>
                  <a:cubicBezTo>
                    <a:pt x="1" y="5334"/>
                    <a:pt x="84" y="5429"/>
                    <a:pt x="179" y="5429"/>
                  </a:cubicBezTo>
                  <a:cubicBezTo>
                    <a:pt x="287" y="5429"/>
                    <a:pt x="358" y="5358"/>
                    <a:pt x="358" y="5251"/>
                  </a:cubicBezTo>
                  <a:lnTo>
                    <a:pt x="358" y="548"/>
                  </a:lnTo>
                  <a:cubicBezTo>
                    <a:pt x="358" y="441"/>
                    <a:pt x="453" y="357"/>
                    <a:pt x="560" y="357"/>
                  </a:cubicBezTo>
                  <a:lnTo>
                    <a:pt x="6478" y="357"/>
                  </a:lnTo>
                  <a:cubicBezTo>
                    <a:pt x="6585" y="357"/>
                    <a:pt x="6668" y="441"/>
                    <a:pt x="6668" y="548"/>
                  </a:cubicBezTo>
                  <a:lnTo>
                    <a:pt x="6668" y="5370"/>
                  </a:lnTo>
                  <a:cubicBezTo>
                    <a:pt x="6668" y="5477"/>
                    <a:pt x="6585" y="5560"/>
                    <a:pt x="6478" y="5560"/>
                  </a:cubicBezTo>
                  <a:lnTo>
                    <a:pt x="2525" y="5560"/>
                  </a:lnTo>
                  <a:cubicBezTo>
                    <a:pt x="2430" y="5560"/>
                    <a:pt x="2346" y="5632"/>
                    <a:pt x="2346" y="5739"/>
                  </a:cubicBezTo>
                  <a:cubicBezTo>
                    <a:pt x="2346" y="5846"/>
                    <a:pt x="2418" y="5917"/>
                    <a:pt x="2525" y="5917"/>
                  </a:cubicBezTo>
                  <a:lnTo>
                    <a:pt x="6478" y="5917"/>
                  </a:lnTo>
                  <a:cubicBezTo>
                    <a:pt x="6775" y="5917"/>
                    <a:pt x="7025" y="5679"/>
                    <a:pt x="7025" y="5370"/>
                  </a:cubicBezTo>
                  <a:lnTo>
                    <a:pt x="7025" y="548"/>
                  </a:lnTo>
                  <a:cubicBezTo>
                    <a:pt x="7025" y="226"/>
                    <a:pt x="6787" y="0"/>
                    <a:pt x="649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" name="Google Shape;10852;p59"/>
            <p:cNvSpPr/>
            <p:nvPr/>
          </p:nvSpPr>
          <p:spPr>
            <a:xfrm>
              <a:off x="1037301" y="2944046"/>
              <a:ext cx="165248" cy="105763"/>
            </a:xfrm>
            <a:custGeom>
              <a:avLst/>
              <a:gdLst/>
              <a:ahLst/>
              <a:cxnLst/>
              <a:rect l="l" t="t" r="r" b="b"/>
              <a:pathLst>
                <a:path w="5192" h="3323" extrusionOk="0">
                  <a:moveTo>
                    <a:pt x="4084" y="0"/>
                  </a:moveTo>
                  <a:cubicBezTo>
                    <a:pt x="4001" y="0"/>
                    <a:pt x="3906" y="84"/>
                    <a:pt x="3906" y="179"/>
                  </a:cubicBezTo>
                  <a:cubicBezTo>
                    <a:pt x="3906" y="286"/>
                    <a:pt x="3989" y="358"/>
                    <a:pt x="4084" y="358"/>
                  </a:cubicBezTo>
                  <a:lnTo>
                    <a:pt x="4596" y="358"/>
                  </a:lnTo>
                  <a:lnTo>
                    <a:pt x="2691" y="2263"/>
                  </a:lnTo>
                  <a:lnTo>
                    <a:pt x="1882" y="1465"/>
                  </a:lnTo>
                  <a:cubicBezTo>
                    <a:pt x="1846" y="1429"/>
                    <a:pt x="1801" y="1411"/>
                    <a:pt x="1758" y="1411"/>
                  </a:cubicBezTo>
                  <a:cubicBezTo>
                    <a:pt x="1715" y="1411"/>
                    <a:pt x="1673" y="1429"/>
                    <a:pt x="1644" y="1465"/>
                  </a:cubicBezTo>
                  <a:lnTo>
                    <a:pt x="72" y="3036"/>
                  </a:lnTo>
                  <a:cubicBezTo>
                    <a:pt x="1" y="3120"/>
                    <a:pt x="1" y="3215"/>
                    <a:pt x="72" y="3275"/>
                  </a:cubicBezTo>
                  <a:cubicBezTo>
                    <a:pt x="96" y="3310"/>
                    <a:pt x="143" y="3322"/>
                    <a:pt x="191" y="3322"/>
                  </a:cubicBezTo>
                  <a:cubicBezTo>
                    <a:pt x="239" y="3322"/>
                    <a:pt x="274" y="3310"/>
                    <a:pt x="310" y="3275"/>
                  </a:cubicBezTo>
                  <a:lnTo>
                    <a:pt x="1763" y="1822"/>
                  </a:lnTo>
                  <a:lnTo>
                    <a:pt x="2572" y="2620"/>
                  </a:lnTo>
                  <a:cubicBezTo>
                    <a:pt x="2608" y="2661"/>
                    <a:pt x="2653" y="2682"/>
                    <a:pt x="2696" y="2682"/>
                  </a:cubicBezTo>
                  <a:cubicBezTo>
                    <a:pt x="2739" y="2682"/>
                    <a:pt x="2781" y="2661"/>
                    <a:pt x="2810" y="2620"/>
                  </a:cubicBezTo>
                  <a:lnTo>
                    <a:pt x="4835" y="596"/>
                  </a:lnTo>
                  <a:lnTo>
                    <a:pt x="4835" y="1108"/>
                  </a:lnTo>
                  <a:cubicBezTo>
                    <a:pt x="4835" y="1191"/>
                    <a:pt x="4906" y="1286"/>
                    <a:pt x="5013" y="1286"/>
                  </a:cubicBezTo>
                  <a:cubicBezTo>
                    <a:pt x="5120" y="1286"/>
                    <a:pt x="5192" y="1215"/>
                    <a:pt x="5192" y="1108"/>
                  </a:cubicBezTo>
                  <a:lnTo>
                    <a:pt x="5192" y="179"/>
                  </a:lnTo>
                  <a:cubicBezTo>
                    <a:pt x="5192" y="84"/>
                    <a:pt x="5120" y="0"/>
                    <a:pt x="501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6" name="Google Shape;10333;p58"/>
          <p:cNvGrpSpPr/>
          <p:nvPr/>
        </p:nvGrpSpPr>
        <p:grpSpPr>
          <a:xfrm>
            <a:off x="5938210" y="2774479"/>
            <a:ext cx="379489" cy="366046"/>
            <a:chOff x="1284212" y="1963766"/>
            <a:chExt cx="379489" cy="366046"/>
          </a:xfrm>
        </p:grpSpPr>
        <p:sp>
          <p:nvSpPr>
            <p:cNvPr id="55" name="Google Shape;10334;p58"/>
            <p:cNvSpPr/>
            <p:nvPr/>
          </p:nvSpPr>
          <p:spPr>
            <a:xfrm>
              <a:off x="1436861" y="2112975"/>
              <a:ext cx="69444" cy="68902"/>
            </a:xfrm>
            <a:custGeom>
              <a:avLst/>
              <a:gdLst/>
              <a:ahLst/>
              <a:cxnLst/>
              <a:rect l="l" t="t" r="r" b="b"/>
              <a:pathLst>
                <a:path w="2180" h="2163" extrusionOk="0">
                  <a:moveTo>
                    <a:pt x="1086" y="1"/>
                  </a:moveTo>
                  <a:cubicBezTo>
                    <a:pt x="526" y="1"/>
                    <a:pt x="0" y="443"/>
                    <a:pt x="0" y="1079"/>
                  </a:cubicBezTo>
                  <a:cubicBezTo>
                    <a:pt x="0" y="1675"/>
                    <a:pt x="501" y="2163"/>
                    <a:pt x="1096" y="2163"/>
                  </a:cubicBezTo>
                  <a:cubicBezTo>
                    <a:pt x="1703" y="2163"/>
                    <a:pt x="2179" y="1675"/>
                    <a:pt x="2179" y="1079"/>
                  </a:cubicBezTo>
                  <a:cubicBezTo>
                    <a:pt x="2144" y="1020"/>
                    <a:pt x="2144" y="960"/>
                    <a:pt x="2132" y="889"/>
                  </a:cubicBezTo>
                  <a:cubicBezTo>
                    <a:pt x="2121" y="802"/>
                    <a:pt x="2040" y="744"/>
                    <a:pt x="1963" y="744"/>
                  </a:cubicBezTo>
                  <a:cubicBezTo>
                    <a:pt x="1955" y="744"/>
                    <a:pt x="1948" y="745"/>
                    <a:pt x="1941" y="746"/>
                  </a:cubicBezTo>
                  <a:cubicBezTo>
                    <a:pt x="1846" y="770"/>
                    <a:pt x="1786" y="853"/>
                    <a:pt x="1810" y="948"/>
                  </a:cubicBezTo>
                  <a:cubicBezTo>
                    <a:pt x="1883" y="1428"/>
                    <a:pt x="1488" y="1811"/>
                    <a:pt x="1059" y="1811"/>
                  </a:cubicBezTo>
                  <a:cubicBezTo>
                    <a:pt x="923" y="1811"/>
                    <a:pt x="784" y="1772"/>
                    <a:pt x="655" y="1687"/>
                  </a:cubicBezTo>
                  <a:cubicBezTo>
                    <a:pt x="48" y="1282"/>
                    <a:pt x="346" y="329"/>
                    <a:pt x="1072" y="329"/>
                  </a:cubicBezTo>
                  <a:cubicBezTo>
                    <a:pt x="1239" y="329"/>
                    <a:pt x="1405" y="389"/>
                    <a:pt x="1536" y="496"/>
                  </a:cubicBezTo>
                  <a:cubicBezTo>
                    <a:pt x="1567" y="522"/>
                    <a:pt x="1605" y="534"/>
                    <a:pt x="1642" y="534"/>
                  </a:cubicBezTo>
                  <a:cubicBezTo>
                    <a:pt x="1692" y="534"/>
                    <a:pt x="1741" y="513"/>
                    <a:pt x="1774" y="472"/>
                  </a:cubicBezTo>
                  <a:cubicBezTo>
                    <a:pt x="1834" y="389"/>
                    <a:pt x="1822" y="294"/>
                    <a:pt x="1751" y="234"/>
                  </a:cubicBezTo>
                  <a:cubicBezTo>
                    <a:pt x="1545" y="73"/>
                    <a:pt x="1313" y="1"/>
                    <a:pt x="1086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tx2"/>
                </a:solidFill>
              </a:endParaRPr>
            </a:p>
          </p:txBody>
        </p:sp>
        <p:sp>
          <p:nvSpPr>
            <p:cNvPr id="56" name="Google Shape;10335;p58"/>
            <p:cNvSpPr/>
            <p:nvPr/>
          </p:nvSpPr>
          <p:spPr>
            <a:xfrm>
              <a:off x="1284212" y="1963766"/>
              <a:ext cx="379489" cy="366046"/>
            </a:xfrm>
            <a:custGeom>
              <a:avLst/>
              <a:gdLst/>
              <a:ahLst/>
              <a:cxnLst/>
              <a:rect l="l" t="t" r="r" b="b"/>
              <a:pathLst>
                <a:path w="11913" h="11491" extrusionOk="0">
                  <a:moveTo>
                    <a:pt x="1031" y="2185"/>
                  </a:moveTo>
                  <a:cubicBezTo>
                    <a:pt x="1151" y="2185"/>
                    <a:pt x="1275" y="2224"/>
                    <a:pt x="1387" y="2311"/>
                  </a:cubicBezTo>
                  <a:cubicBezTo>
                    <a:pt x="1625" y="2489"/>
                    <a:pt x="1673" y="2834"/>
                    <a:pt x="1506" y="3084"/>
                  </a:cubicBezTo>
                  <a:cubicBezTo>
                    <a:pt x="1389" y="3256"/>
                    <a:pt x="1207" y="3337"/>
                    <a:pt x="1026" y="3337"/>
                  </a:cubicBezTo>
                  <a:cubicBezTo>
                    <a:pt x="767" y="3337"/>
                    <a:pt x="510" y="3171"/>
                    <a:pt x="447" y="2870"/>
                  </a:cubicBezTo>
                  <a:cubicBezTo>
                    <a:pt x="376" y="2492"/>
                    <a:pt x="689" y="2185"/>
                    <a:pt x="1031" y="2185"/>
                  </a:cubicBezTo>
                  <a:close/>
                  <a:moveTo>
                    <a:pt x="4269" y="3025"/>
                  </a:moveTo>
                  <a:cubicBezTo>
                    <a:pt x="4364" y="3073"/>
                    <a:pt x="5435" y="3680"/>
                    <a:pt x="5519" y="3739"/>
                  </a:cubicBezTo>
                  <a:lnTo>
                    <a:pt x="4269" y="4454"/>
                  </a:lnTo>
                  <a:lnTo>
                    <a:pt x="4269" y="3025"/>
                  </a:lnTo>
                  <a:close/>
                  <a:moveTo>
                    <a:pt x="7448" y="3025"/>
                  </a:moveTo>
                  <a:lnTo>
                    <a:pt x="7448" y="4454"/>
                  </a:lnTo>
                  <a:lnTo>
                    <a:pt x="6197" y="3739"/>
                  </a:lnTo>
                  <a:lnTo>
                    <a:pt x="7448" y="3025"/>
                  </a:lnTo>
                  <a:close/>
                  <a:moveTo>
                    <a:pt x="2550" y="2268"/>
                  </a:moveTo>
                  <a:cubicBezTo>
                    <a:pt x="2817" y="2268"/>
                    <a:pt x="3085" y="2336"/>
                    <a:pt x="3328" y="2477"/>
                  </a:cubicBezTo>
                  <a:cubicBezTo>
                    <a:pt x="3697" y="2692"/>
                    <a:pt x="3566" y="2608"/>
                    <a:pt x="3935" y="2811"/>
                  </a:cubicBezTo>
                  <a:lnTo>
                    <a:pt x="3935" y="4644"/>
                  </a:lnTo>
                  <a:lnTo>
                    <a:pt x="2328" y="5573"/>
                  </a:lnTo>
                  <a:lnTo>
                    <a:pt x="1744" y="5240"/>
                  </a:lnTo>
                  <a:cubicBezTo>
                    <a:pt x="1375" y="5037"/>
                    <a:pt x="1125" y="4692"/>
                    <a:pt x="1006" y="4275"/>
                  </a:cubicBezTo>
                  <a:cubicBezTo>
                    <a:pt x="947" y="4085"/>
                    <a:pt x="923" y="3870"/>
                    <a:pt x="959" y="3680"/>
                  </a:cubicBezTo>
                  <a:lnTo>
                    <a:pt x="959" y="3680"/>
                  </a:lnTo>
                  <a:cubicBezTo>
                    <a:pt x="981" y="3681"/>
                    <a:pt x="1003" y="3682"/>
                    <a:pt x="1025" y="3682"/>
                  </a:cubicBezTo>
                  <a:cubicBezTo>
                    <a:pt x="1659" y="3682"/>
                    <a:pt x="2129" y="3028"/>
                    <a:pt x="1875" y="2418"/>
                  </a:cubicBezTo>
                  <a:cubicBezTo>
                    <a:pt x="2090" y="2319"/>
                    <a:pt x="2320" y="2268"/>
                    <a:pt x="2550" y="2268"/>
                  </a:cubicBezTo>
                  <a:close/>
                  <a:moveTo>
                    <a:pt x="9186" y="2275"/>
                  </a:moveTo>
                  <a:cubicBezTo>
                    <a:pt x="10067" y="2275"/>
                    <a:pt x="10781" y="2977"/>
                    <a:pt x="10781" y="3858"/>
                  </a:cubicBezTo>
                  <a:cubicBezTo>
                    <a:pt x="10781" y="4418"/>
                    <a:pt x="10460" y="4954"/>
                    <a:pt x="9972" y="5240"/>
                  </a:cubicBezTo>
                  <a:lnTo>
                    <a:pt x="9400" y="5573"/>
                  </a:lnTo>
                  <a:cubicBezTo>
                    <a:pt x="9186" y="5454"/>
                    <a:pt x="7983" y="4751"/>
                    <a:pt x="7793" y="4644"/>
                  </a:cubicBezTo>
                  <a:lnTo>
                    <a:pt x="7793" y="2834"/>
                  </a:lnTo>
                  <a:cubicBezTo>
                    <a:pt x="8245" y="2596"/>
                    <a:pt x="8567" y="2275"/>
                    <a:pt x="9186" y="2275"/>
                  </a:cubicBezTo>
                  <a:close/>
                  <a:moveTo>
                    <a:pt x="3935" y="5013"/>
                  </a:moveTo>
                  <a:lnTo>
                    <a:pt x="3935" y="6478"/>
                  </a:lnTo>
                  <a:lnTo>
                    <a:pt x="2673" y="5751"/>
                  </a:lnTo>
                  <a:lnTo>
                    <a:pt x="3935" y="5013"/>
                  </a:lnTo>
                  <a:close/>
                  <a:moveTo>
                    <a:pt x="7793" y="5037"/>
                  </a:moveTo>
                  <a:cubicBezTo>
                    <a:pt x="7948" y="5120"/>
                    <a:pt x="8900" y="5668"/>
                    <a:pt x="9055" y="5763"/>
                  </a:cubicBezTo>
                  <a:lnTo>
                    <a:pt x="7793" y="6490"/>
                  </a:lnTo>
                  <a:lnTo>
                    <a:pt x="7793" y="5037"/>
                  </a:lnTo>
                  <a:close/>
                  <a:moveTo>
                    <a:pt x="5852" y="3918"/>
                  </a:moveTo>
                  <a:lnTo>
                    <a:pt x="7448" y="4823"/>
                  </a:lnTo>
                  <a:lnTo>
                    <a:pt x="7448" y="6668"/>
                  </a:lnTo>
                  <a:lnTo>
                    <a:pt x="5852" y="7573"/>
                  </a:lnTo>
                  <a:lnTo>
                    <a:pt x="4257" y="6668"/>
                  </a:lnTo>
                  <a:lnTo>
                    <a:pt x="4257" y="4823"/>
                  </a:lnTo>
                  <a:lnTo>
                    <a:pt x="5852" y="3918"/>
                  </a:lnTo>
                  <a:close/>
                  <a:moveTo>
                    <a:pt x="7448" y="7061"/>
                  </a:moveTo>
                  <a:lnTo>
                    <a:pt x="7448" y="8490"/>
                  </a:lnTo>
                  <a:cubicBezTo>
                    <a:pt x="7352" y="8442"/>
                    <a:pt x="6281" y="7835"/>
                    <a:pt x="6197" y="7776"/>
                  </a:cubicBezTo>
                  <a:lnTo>
                    <a:pt x="7448" y="7061"/>
                  </a:lnTo>
                  <a:close/>
                  <a:moveTo>
                    <a:pt x="4269" y="7073"/>
                  </a:moveTo>
                  <a:lnTo>
                    <a:pt x="5519" y="7787"/>
                  </a:lnTo>
                  <a:lnTo>
                    <a:pt x="4269" y="8502"/>
                  </a:lnTo>
                  <a:lnTo>
                    <a:pt x="4269" y="7073"/>
                  </a:lnTo>
                  <a:close/>
                  <a:moveTo>
                    <a:pt x="9376" y="5954"/>
                  </a:moveTo>
                  <a:lnTo>
                    <a:pt x="9960" y="6287"/>
                  </a:lnTo>
                  <a:cubicBezTo>
                    <a:pt x="10329" y="6490"/>
                    <a:pt x="10579" y="6835"/>
                    <a:pt x="10710" y="7252"/>
                  </a:cubicBezTo>
                  <a:cubicBezTo>
                    <a:pt x="10746" y="7430"/>
                    <a:pt x="10757" y="7609"/>
                    <a:pt x="10757" y="7787"/>
                  </a:cubicBezTo>
                  <a:cubicBezTo>
                    <a:pt x="10736" y="7786"/>
                    <a:pt x="10714" y="7785"/>
                    <a:pt x="10693" y="7785"/>
                  </a:cubicBezTo>
                  <a:cubicBezTo>
                    <a:pt x="10049" y="7785"/>
                    <a:pt x="9612" y="8474"/>
                    <a:pt x="9888" y="9085"/>
                  </a:cubicBezTo>
                  <a:cubicBezTo>
                    <a:pt x="9662" y="9190"/>
                    <a:pt x="9412" y="9249"/>
                    <a:pt x="9161" y="9249"/>
                  </a:cubicBezTo>
                  <a:cubicBezTo>
                    <a:pt x="8898" y="9249"/>
                    <a:pt x="8632" y="9184"/>
                    <a:pt x="8388" y="9038"/>
                  </a:cubicBezTo>
                  <a:cubicBezTo>
                    <a:pt x="8007" y="8811"/>
                    <a:pt x="8138" y="8907"/>
                    <a:pt x="7769" y="8692"/>
                  </a:cubicBezTo>
                  <a:lnTo>
                    <a:pt x="7769" y="6883"/>
                  </a:lnTo>
                  <a:lnTo>
                    <a:pt x="9376" y="5954"/>
                  </a:lnTo>
                  <a:close/>
                  <a:moveTo>
                    <a:pt x="10731" y="8111"/>
                  </a:moveTo>
                  <a:cubicBezTo>
                    <a:pt x="10841" y="8111"/>
                    <a:pt x="10950" y="8142"/>
                    <a:pt x="11043" y="8204"/>
                  </a:cubicBezTo>
                  <a:cubicBezTo>
                    <a:pt x="11484" y="8502"/>
                    <a:pt x="11329" y="9157"/>
                    <a:pt x="10841" y="9264"/>
                  </a:cubicBezTo>
                  <a:cubicBezTo>
                    <a:pt x="10802" y="9271"/>
                    <a:pt x="10764" y="9275"/>
                    <a:pt x="10726" y="9275"/>
                  </a:cubicBezTo>
                  <a:cubicBezTo>
                    <a:pt x="10276" y="9275"/>
                    <a:pt x="9982" y="8767"/>
                    <a:pt x="10246" y="8371"/>
                  </a:cubicBezTo>
                  <a:cubicBezTo>
                    <a:pt x="10358" y="8199"/>
                    <a:pt x="10545" y="8111"/>
                    <a:pt x="10731" y="8111"/>
                  </a:cubicBezTo>
                  <a:close/>
                  <a:moveTo>
                    <a:pt x="5852" y="7978"/>
                  </a:moveTo>
                  <a:cubicBezTo>
                    <a:pt x="6043" y="8097"/>
                    <a:pt x="7233" y="8764"/>
                    <a:pt x="7448" y="8883"/>
                  </a:cubicBezTo>
                  <a:lnTo>
                    <a:pt x="7448" y="9585"/>
                  </a:lnTo>
                  <a:cubicBezTo>
                    <a:pt x="7448" y="10466"/>
                    <a:pt x="6733" y="11181"/>
                    <a:pt x="5852" y="11181"/>
                  </a:cubicBezTo>
                  <a:cubicBezTo>
                    <a:pt x="4971" y="11181"/>
                    <a:pt x="4257" y="10466"/>
                    <a:pt x="4257" y="9585"/>
                  </a:cubicBezTo>
                  <a:lnTo>
                    <a:pt x="4257" y="8883"/>
                  </a:lnTo>
                  <a:lnTo>
                    <a:pt x="5852" y="7978"/>
                  </a:lnTo>
                  <a:close/>
                  <a:moveTo>
                    <a:pt x="5852" y="1"/>
                  </a:moveTo>
                  <a:cubicBezTo>
                    <a:pt x="4792" y="1"/>
                    <a:pt x="3935" y="870"/>
                    <a:pt x="3935" y="1918"/>
                  </a:cubicBezTo>
                  <a:lnTo>
                    <a:pt x="3935" y="2430"/>
                  </a:lnTo>
                  <a:cubicBezTo>
                    <a:pt x="3649" y="2263"/>
                    <a:pt x="3757" y="2322"/>
                    <a:pt x="3483" y="2180"/>
                  </a:cubicBezTo>
                  <a:cubicBezTo>
                    <a:pt x="3183" y="2005"/>
                    <a:pt x="2854" y="1922"/>
                    <a:pt x="2529" y="1922"/>
                  </a:cubicBezTo>
                  <a:cubicBezTo>
                    <a:pt x="2235" y="1922"/>
                    <a:pt x="1945" y="1990"/>
                    <a:pt x="1685" y="2120"/>
                  </a:cubicBezTo>
                  <a:cubicBezTo>
                    <a:pt x="1491" y="1915"/>
                    <a:pt x="1256" y="1827"/>
                    <a:pt x="1027" y="1827"/>
                  </a:cubicBezTo>
                  <a:cubicBezTo>
                    <a:pt x="497" y="1827"/>
                    <a:pt x="0" y="2303"/>
                    <a:pt x="125" y="2918"/>
                  </a:cubicBezTo>
                  <a:cubicBezTo>
                    <a:pt x="185" y="3215"/>
                    <a:pt x="375" y="3454"/>
                    <a:pt x="625" y="3573"/>
                  </a:cubicBezTo>
                  <a:cubicBezTo>
                    <a:pt x="530" y="4335"/>
                    <a:pt x="887" y="5109"/>
                    <a:pt x="1578" y="5501"/>
                  </a:cubicBezTo>
                  <a:cubicBezTo>
                    <a:pt x="1816" y="5644"/>
                    <a:pt x="1744" y="5597"/>
                    <a:pt x="1983" y="5728"/>
                  </a:cubicBezTo>
                  <a:lnTo>
                    <a:pt x="1578" y="5954"/>
                  </a:lnTo>
                  <a:cubicBezTo>
                    <a:pt x="982" y="6299"/>
                    <a:pt x="613" y="6942"/>
                    <a:pt x="613" y="7633"/>
                  </a:cubicBezTo>
                  <a:cubicBezTo>
                    <a:pt x="613" y="8633"/>
                    <a:pt x="1375" y="9466"/>
                    <a:pt x="2375" y="9538"/>
                  </a:cubicBezTo>
                  <a:lnTo>
                    <a:pt x="2387" y="9538"/>
                  </a:lnTo>
                  <a:cubicBezTo>
                    <a:pt x="2471" y="9538"/>
                    <a:pt x="2554" y="9478"/>
                    <a:pt x="2554" y="9395"/>
                  </a:cubicBezTo>
                  <a:cubicBezTo>
                    <a:pt x="2566" y="9300"/>
                    <a:pt x="2495" y="9216"/>
                    <a:pt x="2399" y="9216"/>
                  </a:cubicBezTo>
                  <a:cubicBezTo>
                    <a:pt x="1578" y="9145"/>
                    <a:pt x="959" y="8454"/>
                    <a:pt x="959" y="7633"/>
                  </a:cubicBezTo>
                  <a:cubicBezTo>
                    <a:pt x="959" y="7073"/>
                    <a:pt x="1268" y="6537"/>
                    <a:pt x="1756" y="6252"/>
                  </a:cubicBezTo>
                  <a:lnTo>
                    <a:pt x="2340" y="5918"/>
                  </a:lnTo>
                  <a:lnTo>
                    <a:pt x="3947" y="6847"/>
                  </a:lnTo>
                  <a:lnTo>
                    <a:pt x="3947" y="8657"/>
                  </a:lnTo>
                  <a:cubicBezTo>
                    <a:pt x="3411" y="8954"/>
                    <a:pt x="3280" y="9061"/>
                    <a:pt x="3030" y="9157"/>
                  </a:cubicBezTo>
                  <a:cubicBezTo>
                    <a:pt x="2935" y="9180"/>
                    <a:pt x="2887" y="9276"/>
                    <a:pt x="2911" y="9359"/>
                  </a:cubicBezTo>
                  <a:cubicBezTo>
                    <a:pt x="2932" y="9443"/>
                    <a:pt x="3008" y="9480"/>
                    <a:pt x="3082" y="9480"/>
                  </a:cubicBezTo>
                  <a:cubicBezTo>
                    <a:pt x="3093" y="9480"/>
                    <a:pt x="3103" y="9480"/>
                    <a:pt x="3114" y="9478"/>
                  </a:cubicBezTo>
                  <a:cubicBezTo>
                    <a:pt x="3423" y="9395"/>
                    <a:pt x="3578" y="9252"/>
                    <a:pt x="3947" y="9061"/>
                  </a:cubicBezTo>
                  <a:lnTo>
                    <a:pt x="3947" y="9573"/>
                  </a:lnTo>
                  <a:cubicBezTo>
                    <a:pt x="3947" y="10621"/>
                    <a:pt x="4816" y="11490"/>
                    <a:pt x="5864" y="11490"/>
                  </a:cubicBezTo>
                  <a:cubicBezTo>
                    <a:pt x="6924" y="11490"/>
                    <a:pt x="7793" y="10621"/>
                    <a:pt x="7793" y="9573"/>
                  </a:cubicBezTo>
                  <a:lnTo>
                    <a:pt x="7793" y="9085"/>
                  </a:lnTo>
                  <a:cubicBezTo>
                    <a:pt x="8269" y="9347"/>
                    <a:pt x="8591" y="9585"/>
                    <a:pt x="9186" y="9585"/>
                  </a:cubicBezTo>
                  <a:cubicBezTo>
                    <a:pt x="9495" y="9585"/>
                    <a:pt x="9829" y="9514"/>
                    <a:pt x="10115" y="9359"/>
                  </a:cubicBezTo>
                  <a:cubicBezTo>
                    <a:pt x="10277" y="9521"/>
                    <a:pt x="10500" y="9615"/>
                    <a:pt x="10736" y="9615"/>
                  </a:cubicBezTo>
                  <a:cubicBezTo>
                    <a:pt x="10794" y="9615"/>
                    <a:pt x="10853" y="9609"/>
                    <a:pt x="10912" y="9597"/>
                  </a:cubicBezTo>
                  <a:cubicBezTo>
                    <a:pt x="11781" y="9419"/>
                    <a:pt x="11912" y="8216"/>
                    <a:pt x="11091" y="7847"/>
                  </a:cubicBezTo>
                  <a:cubicBezTo>
                    <a:pt x="11162" y="7121"/>
                    <a:pt x="10805" y="6371"/>
                    <a:pt x="10138" y="5990"/>
                  </a:cubicBezTo>
                  <a:cubicBezTo>
                    <a:pt x="9900" y="5847"/>
                    <a:pt x="9972" y="5894"/>
                    <a:pt x="9734" y="5763"/>
                  </a:cubicBezTo>
                  <a:lnTo>
                    <a:pt x="10138" y="5537"/>
                  </a:lnTo>
                  <a:cubicBezTo>
                    <a:pt x="11067" y="5013"/>
                    <a:pt x="11377" y="3823"/>
                    <a:pt x="10853" y="2906"/>
                  </a:cubicBezTo>
                  <a:cubicBezTo>
                    <a:pt x="10507" y="2311"/>
                    <a:pt x="9876" y="1941"/>
                    <a:pt x="9174" y="1941"/>
                  </a:cubicBezTo>
                  <a:cubicBezTo>
                    <a:pt x="8471" y="1941"/>
                    <a:pt x="8067" y="2311"/>
                    <a:pt x="7769" y="2442"/>
                  </a:cubicBezTo>
                  <a:cubicBezTo>
                    <a:pt x="7757" y="2025"/>
                    <a:pt x="7805" y="1834"/>
                    <a:pt x="7733" y="1525"/>
                  </a:cubicBezTo>
                  <a:cubicBezTo>
                    <a:pt x="7711" y="1438"/>
                    <a:pt x="7640" y="1380"/>
                    <a:pt x="7546" y="1380"/>
                  </a:cubicBezTo>
                  <a:cubicBezTo>
                    <a:pt x="7537" y="1380"/>
                    <a:pt x="7528" y="1381"/>
                    <a:pt x="7519" y="1382"/>
                  </a:cubicBezTo>
                  <a:cubicBezTo>
                    <a:pt x="7436" y="1406"/>
                    <a:pt x="7376" y="1489"/>
                    <a:pt x="7388" y="1596"/>
                  </a:cubicBezTo>
                  <a:cubicBezTo>
                    <a:pt x="7448" y="1858"/>
                    <a:pt x="7412" y="2013"/>
                    <a:pt x="7436" y="2632"/>
                  </a:cubicBezTo>
                  <a:lnTo>
                    <a:pt x="5840" y="3549"/>
                  </a:lnTo>
                  <a:lnTo>
                    <a:pt x="4245" y="2632"/>
                  </a:lnTo>
                  <a:lnTo>
                    <a:pt x="4245" y="1941"/>
                  </a:lnTo>
                  <a:cubicBezTo>
                    <a:pt x="4245" y="1060"/>
                    <a:pt x="4959" y="346"/>
                    <a:pt x="5840" y="346"/>
                  </a:cubicBezTo>
                  <a:cubicBezTo>
                    <a:pt x="6364" y="346"/>
                    <a:pt x="6840" y="596"/>
                    <a:pt x="7150" y="1025"/>
                  </a:cubicBezTo>
                  <a:cubicBezTo>
                    <a:pt x="7186" y="1076"/>
                    <a:pt x="7241" y="1100"/>
                    <a:pt x="7294" y="1100"/>
                  </a:cubicBezTo>
                  <a:cubicBezTo>
                    <a:pt x="7328" y="1100"/>
                    <a:pt x="7360" y="1091"/>
                    <a:pt x="7388" y="1072"/>
                  </a:cubicBezTo>
                  <a:cubicBezTo>
                    <a:pt x="7459" y="1013"/>
                    <a:pt x="7471" y="906"/>
                    <a:pt x="7436" y="834"/>
                  </a:cubicBezTo>
                  <a:cubicBezTo>
                    <a:pt x="7078" y="310"/>
                    <a:pt x="6483" y="1"/>
                    <a:pt x="585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4"/>
                </a:solidFill>
              </a:endParaRPr>
            </a:p>
          </p:txBody>
        </p:sp>
      </p:grpSp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4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cxnSp>
        <p:nvCxnSpPr>
          <p:cNvPr id="54" name="Google Shape;258;p31"/>
          <p:cNvCxnSpPr/>
          <p:nvPr/>
        </p:nvCxnSpPr>
        <p:spPr>
          <a:xfrm>
            <a:off x="1029794" y="473489"/>
            <a:ext cx="0" cy="7263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grpSp>
        <p:nvGrpSpPr>
          <p:cNvPr id="57" name="Google Shape;260;p31"/>
          <p:cNvGrpSpPr/>
          <p:nvPr/>
        </p:nvGrpSpPr>
        <p:grpSpPr>
          <a:xfrm>
            <a:off x="501355" y="604619"/>
            <a:ext cx="379958" cy="379958"/>
            <a:chOff x="1190625" y="238125"/>
            <a:chExt cx="5219200" cy="5219200"/>
          </a:xfrm>
        </p:grpSpPr>
        <p:sp>
          <p:nvSpPr>
            <p:cNvPr id="58" name="Google Shape;261;p31"/>
            <p:cNvSpPr/>
            <p:nvPr/>
          </p:nvSpPr>
          <p:spPr>
            <a:xfrm>
              <a:off x="2188775" y="1236275"/>
              <a:ext cx="153350" cy="153350"/>
            </a:xfrm>
            <a:custGeom>
              <a:avLst/>
              <a:gdLst/>
              <a:ahLst/>
              <a:cxnLst/>
              <a:rect l="l" t="t" r="r" b="b"/>
              <a:pathLst>
                <a:path w="6134" h="6134" extrusionOk="0">
                  <a:moveTo>
                    <a:pt x="1" y="1"/>
                  </a:moveTo>
                  <a:lnTo>
                    <a:pt x="1" y="6133"/>
                  </a:lnTo>
                  <a:lnTo>
                    <a:pt x="6133" y="6133"/>
                  </a:lnTo>
                  <a:lnTo>
                    <a:pt x="6133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" name="Google Shape;262;p31"/>
            <p:cNvSpPr/>
            <p:nvPr/>
          </p:nvSpPr>
          <p:spPr>
            <a:xfrm>
              <a:off x="5258300" y="1236275"/>
              <a:ext cx="153350" cy="153350"/>
            </a:xfrm>
            <a:custGeom>
              <a:avLst/>
              <a:gdLst/>
              <a:ahLst/>
              <a:cxnLst/>
              <a:rect l="l" t="t" r="r" b="b"/>
              <a:pathLst>
                <a:path w="6134" h="6134" extrusionOk="0">
                  <a:moveTo>
                    <a:pt x="1" y="1"/>
                  </a:moveTo>
                  <a:lnTo>
                    <a:pt x="1" y="6133"/>
                  </a:lnTo>
                  <a:lnTo>
                    <a:pt x="6133" y="6133"/>
                  </a:lnTo>
                  <a:lnTo>
                    <a:pt x="6133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0" name="Google Shape;263;p31"/>
            <p:cNvSpPr/>
            <p:nvPr/>
          </p:nvSpPr>
          <p:spPr>
            <a:xfrm>
              <a:off x="2188775" y="4305800"/>
              <a:ext cx="153350" cy="153350"/>
            </a:xfrm>
            <a:custGeom>
              <a:avLst/>
              <a:gdLst/>
              <a:ahLst/>
              <a:cxnLst/>
              <a:rect l="l" t="t" r="r" b="b"/>
              <a:pathLst>
                <a:path w="6134" h="6134" extrusionOk="0">
                  <a:moveTo>
                    <a:pt x="1" y="1"/>
                  </a:moveTo>
                  <a:lnTo>
                    <a:pt x="1" y="6133"/>
                  </a:lnTo>
                  <a:lnTo>
                    <a:pt x="6133" y="6133"/>
                  </a:lnTo>
                  <a:lnTo>
                    <a:pt x="6133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" name="Google Shape;264;p31"/>
            <p:cNvSpPr/>
            <p:nvPr/>
          </p:nvSpPr>
          <p:spPr>
            <a:xfrm>
              <a:off x="5258300" y="4305800"/>
              <a:ext cx="153350" cy="153350"/>
            </a:xfrm>
            <a:custGeom>
              <a:avLst/>
              <a:gdLst/>
              <a:ahLst/>
              <a:cxnLst/>
              <a:rect l="l" t="t" r="r" b="b"/>
              <a:pathLst>
                <a:path w="6134" h="6134" extrusionOk="0">
                  <a:moveTo>
                    <a:pt x="1" y="1"/>
                  </a:moveTo>
                  <a:lnTo>
                    <a:pt x="1" y="6133"/>
                  </a:lnTo>
                  <a:lnTo>
                    <a:pt x="6133" y="6133"/>
                  </a:lnTo>
                  <a:lnTo>
                    <a:pt x="6133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" name="Google Shape;265;p31"/>
            <p:cNvSpPr/>
            <p:nvPr/>
          </p:nvSpPr>
          <p:spPr>
            <a:xfrm>
              <a:off x="2188775" y="1236275"/>
              <a:ext cx="3222875" cy="3222875"/>
            </a:xfrm>
            <a:custGeom>
              <a:avLst/>
              <a:gdLst/>
              <a:ahLst/>
              <a:cxnLst/>
              <a:rect l="l" t="t" r="r" b="b"/>
              <a:pathLst>
                <a:path w="128915" h="128915" extrusionOk="0">
                  <a:moveTo>
                    <a:pt x="110517" y="6133"/>
                  </a:moveTo>
                  <a:lnTo>
                    <a:pt x="110517" y="18398"/>
                  </a:lnTo>
                  <a:lnTo>
                    <a:pt x="122782" y="18398"/>
                  </a:lnTo>
                  <a:lnTo>
                    <a:pt x="122782" y="110517"/>
                  </a:lnTo>
                  <a:lnTo>
                    <a:pt x="110517" y="110517"/>
                  </a:lnTo>
                  <a:lnTo>
                    <a:pt x="110517" y="122782"/>
                  </a:lnTo>
                  <a:lnTo>
                    <a:pt x="18398" y="122782"/>
                  </a:lnTo>
                  <a:lnTo>
                    <a:pt x="18398" y="110517"/>
                  </a:lnTo>
                  <a:lnTo>
                    <a:pt x="6133" y="110517"/>
                  </a:lnTo>
                  <a:lnTo>
                    <a:pt x="6133" y="18398"/>
                  </a:lnTo>
                  <a:lnTo>
                    <a:pt x="18398" y="18398"/>
                  </a:lnTo>
                  <a:lnTo>
                    <a:pt x="18398" y="6133"/>
                  </a:lnTo>
                  <a:close/>
                  <a:moveTo>
                    <a:pt x="12266" y="1"/>
                  </a:moveTo>
                  <a:lnTo>
                    <a:pt x="12266" y="12266"/>
                  </a:lnTo>
                  <a:lnTo>
                    <a:pt x="1" y="12266"/>
                  </a:lnTo>
                  <a:lnTo>
                    <a:pt x="1" y="116649"/>
                  </a:lnTo>
                  <a:lnTo>
                    <a:pt x="12266" y="116649"/>
                  </a:lnTo>
                  <a:lnTo>
                    <a:pt x="12266" y="128914"/>
                  </a:lnTo>
                  <a:lnTo>
                    <a:pt x="116649" y="128914"/>
                  </a:lnTo>
                  <a:lnTo>
                    <a:pt x="116649" y="116649"/>
                  </a:lnTo>
                  <a:lnTo>
                    <a:pt x="128914" y="116649"/>
                  </a:lnTo>
                  <a:lnTo>
                    <a:pt x="128914" y="12266"/>
                  </a:lnTo>
                  <a:lnTo>
                    <a:pt x="116649" y="12266"/>
                  </a:lnTo>
                  <a:lnTo>
                    <a:pt x="116649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" name="Google Shape;266;p31"/>
            <p:cNvSpPr/>
            <p:nvPr/>
          </p:nvSpPr>
          <p:spPr>
            <a:xfrm>
              <a:off x="2495400" y="1849525"/>
              <a:ext cx="153350" cy="154150"/>
            </a:xfrm>
            <a:custGeom>
              <a:avLst/>
              <a:gdLst/>
              <a:ahLst/>
              <a:cxnLst/>
              <a:rect l="l" t="t" r="r" b="b"/>
              <a:pathLst>
                <a:path w="6134" h="6166" extrusionOk="0">
                  <a:moveTo>
                    <a:pt x="1" y="1"/>
                  </a:moveTo>
                  <a:lnTo>
                    <a:pt x="1" y="6166"/>
                  </a:lnTo>
                  <a:lnTo>
                    <a:pt x="6133" y="6166"/>
                  </a:lnTo>
                  <a:lnTo>
                    <a:pt x="6133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" name="Google Shape;267;p31"/>
            <p:cNvSpPr/>
            <p:nvPr/>
          </p:nvSpPr>
          <p:spPr>
            <a:xfrm>
              <a:off x="2802025" y="1849525"/>
              <a:ext cx="154150" cy="154150"/>
            </a:xfrm>
            <a:custGeom>
              <a:avLst/>
              <a:gdLst/>
              <a:ahLst/>
              <a:cxnLst/>
              <a:rect l="l" t="t" r="r" b="b"/>
              <a:pathLst>
                <a:path w="6166" h="6166" extrusionOk="0">
                  <a:moveTo>
                    <a:pt x="1" y="1"/>
                  </a:moveTo>
                  <a:lnTo>
                    <a:pt x="1" y="6166"/>
                  </a:lnTo>
                  <a:lnTo>
                    <a:pt x="6166" y="6166"/>
                  </a:lnTo>
                  <a:lnTo>
                    <a:pt x="6166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" name="Google Shape;268;p31"/>
            <p:cNvSpPr/>
            <p:nvPr/>
          </p:nvSpPr>
          <p:spPr>
            <a:xfrm>
              <a:off x="3109475" y="1849525"/>
              <a:ext cx="153350" cy="154150"/>
            </a:xfrm>
            <a:custGeom>
              <a:avLst/>
              <a:gdLst/>
              <a:ahLst/>
              <a:cxnLst/>
              <a:rect l="l" t="t" r="r" b="b"/>
              <a:pathLst>
                <a:path w="6134" h="6166" extrusionOk="0">
                  <a:moveTo>
                    <a:pt x="1" y="1"/>
                  </a:moveTo>
                  <a:lnTo>
                    <a:pt x="1" y="6166"/>
                  </a:lnTo>
                  <a:lnTo>
                    <a:pt x="6133" y="6166"/>
                  </a:lnTo>
                  <a:lnTo>
                    <a:pt x="6133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" name="Google Shape;269;p31"/>
            <p:cNvSpPr/>
            <p:nvPr/>
          </p:nvSpPr>
          <p:spPr>
            <a:xfrm>
              <a:off x="3416100" y="1849525"/>
              <a:ext cx="154150" cy="154150"/>
            </a:xfrm>
            <a:custGeom>
              <a:avLst/>
              <a:gdLst/>
              <a:ahLst/>
              <a:cxnLst/>
              <a:rect l="l" t="t" r="r" b="b"/>
              <a:pathLst>
                <a:path w="6166" h="6166" extrusionOk="0">
                  <a:moveTo>
                    <a:pt x="1" y="1"/>
                  </a:moveTo>
                  <a:lnTo>
                    <a:pt x="1" y="6166"/>
                  </a:lnTo>
                  <a:lnTo>
                    <a:pt x="6166" y="6166"/>
                  </a:lnTo>
                  <a:lnTo>
                    <a:pt x="6166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" name="Google Shape;270;p31"/>
            <p:cNvSpPr/>
            <p:nvPr/>
          </p:nvSpPr>
          <p:spPr>
            <a:xfrm>
              <a:off x="3723550" y="1849525"/>
              <a:ext cx="153325" cy="154150"/>
            </a:xfrm>
            <a:custGeom>
              <a:avLst/>
              <a:gdLst/>
              <a:ahLst/>
              <a:cxnLst/>
              <a:rect l="l" t="t" r="r" b="b"/>
              <a:pathLst>
                <a:path w="6133" h="6166" extrusionOk="0">
                  <a:moveTo>
                    <a:pt x="0" y="1"/>
                  </a:moveTo>
                  <a:lnTo>
                    <a:pt x="0" y="6166"/>
                  </a:lnTo>
                  <a:lnTo>
                    <a:pt x="6133" y="6166"/>
                  </a:lnTo>
                  <a:lnTo>
                    <a:pt x="6133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" name="Google Shape;271;p31"/>
            <p:cNvSpPr/>
            <p:nvPr/>
          </p:nvSpPr>
          <p:spPr>
            <a:xfrm>
              <a:off x="4030175" y="1849525"/>
              <a:ext cx="154150" cy="154150"/>
            </a:xfrm>
            <a:custGeom>
              <a:avLst/>
              <a:gdLst/>
              <a:ahLst/>
              <a:cxnLst/>
              <a:rect l="l" t="t" r="r" b="b"/>
              <a:pathLst>
                <a:path w="6166" h="6166" extrusionOk="0">
                  <a:moveTo>
                    <a:pt x="0" y="1"/>
                  </a:moveTo>
                  <a:lnTo>
                    <a:pt x="0" y="6166"/>
                  </a:lnTo>
                  <a:lnTo>
                    <a:pt x="6166" y="6166"/>
                  </a:lnTo>
                  <a:lnTo>
                    <a:pt x="6166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" name="Google Shape;272;p31"/>
            <p:cNvSpPr/>
            <p:nvPr/>
          </p:nvSpPr>
          <p:spPr>
            <a:xfrm>
              <a:off x="4337625" y="1849525"/>
              <a:ext cx="153325" cy="154150"/>
            </a:xfrm>
            <a:custGeom>
              <a:avLst/>
              <a:gdLst/>
              <a:ahLst/>
              <a:cxnLst/>
              <a:rect l="l" t="t" r="r" b="b"/>
              <a:pathLst>
                <a:path w="6133" h="6166" extrusionOk="0">
                  <a:moveTo>
                    <a:pt x="0" y="1"/>
                  </a:moveTo>
                  <a:lnTo>
                    <a:pt x="0" y="6166"/>
                  </a:lnTo>
                  <a:lnTo>
                    <a:pt x="6133" y="6166"/>
                  </a:lnTo>
                  <a:lnTo>
                    <a:pt x="6133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" name="Google Shape;273;p31"/>
            <p:cNvSpPr/>
            <p:nvPr/>
          </p:nvSpPr>
          <p:spPr>
            <a:xfrm>
              <a:off x="4644250" y="1849525"/>
              <a:ext cx="154150" cy="154150"/>
            </a:xfrm>
            <a:custGeom>
              <a:avLst/>
              <a:gdLst/>
              <a:ahLst/>
              <a:cxnLst/>
              <a:rect l="l" t="t" r="r" b="b"/>
              <a:pathLst>
                <a:path w="6166" h="6166" extrusionOk="0">
                  <a:moveTo>
                    <a:pt x="0" y="1"/>
                  </a:moveTo>
                  <a:lnTo>
                    <a:pt x="0" y="6166"/>
                  </a:lnTo>
                  <a:lnTo>
                    <a:pt x="6165" y="6166"/>
                  </a:lnTo>
                  <a:lnTo>
                    <a:pt x="6165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" name="Google Shape;274;p31"/>
            <p:cNvSpPr/>
            <p:nvPr/>
          </p:nvSpPr>
          <p:spPr>
            <a:xfrm>
              <a:off x="2802025" y="1542900"/>
              <a:ext cx="154150" cy="153350"/>
            </a:xfrm>
            <a:custGeom>
              <a:avLst/>
              <a:gdLst/>
              <a:ahLst/>
              <a:cxnLst/>
              <a:rect l="l" t="t" r="r" b="b"/>
              <a:pathLst>
                <a:path w="6166" h="6134" extrusionOk="0">
                  <a:moveTo>
                    <a:pt x="1" y="1"/>
                  </a:moveTo>
                  <a:lnTo>
                    <a:pt x="1" y="6133"/>
                  </a:lnTo>
                  <a:lnTo>
                    <a:pt x="6166" y="6133"/>
                  </a:lnTo>
                  <a:lnTo>
                    <a:pt x="6166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" name="Google Shape;275;p31"/>
            <p:cNvSpPr/>
            <p:nvPr/>
          </p:nvSpPr>
          <p:spPr>
            <a:xfrm>
              <a:off x="3109475" y="1542900"/>
              <a:ext cx="153350" cy="153350"/>
            </a:xfrm>
            <a:custGeom>
              <a:avLst/>
              <a:gdLst/>
              <a:ahLst/>
              <a:cxnLst/>
              <a:rect l="l" t="t" r="r" b="b"/>
              <a:pathLst>
                <a:path w="6134" h="6134" extrusionOk="0">
                  <a:moveTo>
                    <a:pt x="1" y="1"/>
                  </a:moveTo>
                  <a:lnTo>
                    <a:pt x="1" y="6133"/>
                  </a:lnTo>
                  <a:lnTo>
                    <a:pt x="6133" y="6133"/>
                  </a:lnTo>
                  <a:lnTo>
                    <a:pt x="6133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" name="Google Shape;276;p31"/>
            <p:cNvSpPr/>
            <p:nvPr/>
          </p:nvSpPr>
          <p:spPr>
            <a:xfrm>
              <a:off x="3416100" y="1542900"/>
              <a:ext cx="154150" cy="153350"/>
            </a:xfrm>
            <a:custGeom>
              <a:avLst/>
              <a:gdLst/>
              <a:ahLst/>
              <a:cxnLst/>
              <a:rect l="l" t="t" r="r" b="b"/>
              <a:pathLst>
                <a:path w="6166" h="6134" extrusionOk="0">
                  <a:moveTo>
                    <a:pt x="1" y="1"/>
                  </a:moveTo>
                  <a:lnTo>
                    <a:pt x="1" y="6133"/>
                  </a:lnTo>
                  <a:lnTo>
                    <a:pt x="6166" y="6133"/>
                  </a:lnTo>
                  <a:lnTo>
                    <a:pt x="6166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" name="Google Shape;277;p31"/>
            <p:cNvSpPr/>
            <p:nvPr/>
          </p:nvSpPr>
          <p:spPr>
            <a:xfrm>
              <a:off x="3723550" y="1542900"/>
              <a:ext cx="153325" cy="153350"/>
            </a:xfrm>
            <a:custGeom>
              <a:avLst/>
              <a:gdLst/>
              <a:ahLst/>
              <a:cxnLst/>
              <a:rect l="l" t="t" r="r" b="b"/>
              <a:pathLst>
                <a:path w="6133" h="6134" extrusionOk="0">
                  <a:moveTo>
                    <a:pt x="0" y="1"/>
                  </a:moveTo>
                  <a:lnTo>
                    <a:pt x="0" y="6133"/>
                  </a:lnTo>
                  <a:lnTo>
                    <a:pt x="6133" y="6133"/>
                  </a:lnTo>
                  <a:lnTo>
                    <a:pt x="6133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" name="Google Shape;278;p31"/>
            <p:cNvSpPr/>
            <p:nvPr/>
          </p:nvSpPr>
          <p:spPr>
            <a:xfrm>
              <a:off x="4030175" y="1542900"/>
              <a:ext cx="154150" cy="153350"/>
            </a:xfrm>
            <a:custGeom>
              <a:avLst/>
              <a:gdLst/>
              <a:ahLst/>
              <a:cxnLst/>
              <a:rect l="l" t="t" r="r" b="b"/>
              <a:pathLst>
                <a:path w="6166" h="6134" extrusionOk="0">
                  <a:moveTo>
                    <a:pt x="0" y="1"/>
                  </a:moveTo>
                  <a:lnTo>
                    <a:pt x="0" y="6133"/>
                  </a:lnTo>
                  <a:lnTo>
                    <a:pt x="6166" y="6133"/>
                  </a:lnTo>
                  <a:lnTo>
                    <a:pt x="6166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" name="Google Shape;279;p31"/>
            <p:cNvSpPr/>
            <p:nvPr/>
          </p:nvSpPr>
          <p:spPr>
            <a:xfrm>
              <a:off x="4337625" y="1542900"/>
              <a:ext cx="153325" cy="153350"/>
            </a:xfrm>
            <a:custGeom>
              <a:avLst/>
              <a:gdLst/>
              <a:ahLst/>
              <a:cxnLst/>
              <a:rect l="l" t="t" r="r" b="b"/>
              <a:pathLst>
                <a:path w="6133" h="6134" extrusionOk="0">
                  <a:moveTo>
                    <a:pt x="0" y="1"/>
                  </a:moveTo>
                  <a:lnTo>
                    <a:pt x="0" y="6133"/>
                  </a:lnTo>
                  <a:lnTo>
                    <a:pt x="6133" y="6133"/>
                  </a:lnTo>
                  <a:lnTo>
                    <a:pt x="6133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7" name="Google Shape;280;p31"/>
            <p:cNvSpPr/>
            <p:nvPr/>
          </p:nvSpPr>
          <p:spPr>
            <a:xfrm>
              <a:off x="4644250" y="1542900"/>
              <a:ext cx="154150" cy="153350"/>
            </a:xfrm>
            <a:custGeom>
              <a:avLst/>
              <a:gdLst/>
              <a:ahLst/>
              <a:cxnLst/>
              <a:rect l="l" t="t" r="r" b="b"/>
              <a:pathLst>
                <a:path w="6166" h="6134" extrusionOk="0">
                  <a:moveTo>
                    <a:pt x="0" y="1"/>
                  </a:moveTo>
                  <a:lnTo>
                    <a:pt x="0" y="6133"/>
                  </a:lnTo>
                  <a:lnTo>
                    <a:pt x="6165" y="6133"/>
                  </a:lnTo>
                  <a:lnTo>
                    <a:pt x="6165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8" name="Google Shape;281;p31"/>
            <p:cNvSpPr/>
            <p:nvPr/>
          </p:nvSpPr>
          <p:spPr>
            <a:xfrm>
              <a:off x="4951675" y="1849525"/>
              <a:ext cx="153350" cy="154150"/>
            </a:xfrm>
            <a:custGeom>
              <a:avLst/>
              <a:gdLst/>
              <a:ahLst/>
              <a:cxnLst/>
              <a:rect l="l" t="t" r="r" b="b"/>
              <a:pathLst>
                <a:path w="6134" h="6166" extrusionOk="0">
                  <a:moveTo>
                    <a:pt x="1" y="1"/>
                  </a:moveTo>
                  <a:lnTo>
                    <a:pt x="1" y="6166"/>
                  </a:lnTo>
                  <a:lnTo>
                    <a:pt x="6133" y="6166"/>
                  </a:lnTo>
                  <a:lnTo>
                    <a:pt x="6133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9" name="Google Shape;282;p31"/>
            <p:cNvSpPr/>
            <p:nvPr/>
          </p:nvSpPr>
          <p:spPr>
            <a:xfrm>
              <a:off x="2495400" y="2156975"/>
              <a:ext cx="153350" cy="153350"/>
            </a:xfrm>
            <a:custGeom>
              <a:avLst/>
              <a:gdLst/>
              <a:ahLst/>
              <a:cxnLst/>
              <a:rect l="l" t="t" r="r" b="b"/>
              <a:pathLst>
                <a:path w="6134" h="6134" extrusionOk="0">
                  <a:moveTo>
                    <a:pt x="1" y="1"/>
                  </a:moveTo>
                  <a:lnTo>
                    <a:pt x="1" y="6133"/>
                  </a:lnTo>
                  <a:lnTo>
                    <a:pt x="6133" y="6133"/>
                  </a:lnTo>
                  <a:lnTo>
                    <a:pt x="6133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0" name="Google Shape;283;p31"/>
            <p:cNvSpPr/>
            <p:nvPr/>
          </p:nvSpPr>
          <p:spPr>
            <a:xfrm>
              <a:off x="2802025" y="2156975"/>
              <a:ext cx="154150" cy="153350"/>
            </a:xfrm>
            <a:custGeom>
              <a:avLst/>
              <a:gdLst/>
              <a:ahLst/>
              <a:cxnLst/>
              <a:rect l="l" t="t" r="r" b="b"/>
              <a:pathLst>
                <a:path w="6166" h="6134" extrusionOk="0">
                  <a:moveTo>
                    <a:pt x="1" y="1"/>
                  </a:moveTo>
                  <a:lnTo>
                    <a:pt x="1" y="6133"/>
                  </a:lnTo>
                  <a:lnTo>
                    <a:pt x="6166" y="6133"/>
                  </a:lnTo>
                  <a:lnTo>
                    <a:pt x="6166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1" name="Google Shape;284;p31"/>
            <p:cNvSpPr/>
            <p:nvPr/>
          </p:nvSpPr>
          <p:spPr>
            <a:xfrm>
              <a:off x="4644250" y="2771050"/>
              <a:ext cx="154150" cy="153325"/>
            </a:xfrm>
            <a:custGeom>
              <a:avLst/>
              <a:gdLst/>
              <a:ahLst/>
              <a:cxnLst/>
              <a:rect l="l" t="t" r="r" b="b"/>
              <a:pathLst>
                <a:path w="6166" h="6133" extrusionOk="0">
                  <a:moveTo>
                    <a:pt x="0" y="0"/>
                  </a:moveTo>
                  <a:lnTo>
                    <a:pt x="0" y="6133"/>
                  </a:lnTo>
                  <a:lnTo>
                    <a:pt x="6165" y="6133"/>
                  </a:lnTo>
                  <a:lnTo>
                    <a:pt x="6165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2" name="Google Shape;285;p31"/>
            <p:cNvSpPr/>
            <p:nvPr/>
          </p:nvSpPr>
          <p:spPr>
            <a:xfrm>
              <a:off x="4644250" y="2463600"/>
              <a:ext cx="154150" cy="154150"/>
            </a:xfrm>
            <a:custGeom>
              <a:avLst/>
              <a:gdLst/>
              <a:ahLst/>
              <a:cxnLst/>
              <a:rect l="l" t="t" r="r" b="b"/>
              <a:pathLst>
                <a:path w="6166" h="6166" extrusionOk="0">
                  <a:moveTo>
                    <a:pt x="0" y="1"/>
                  </a:moveTo>
                  <a:lnTo>
                    <a:pt x="0" y="6166"/>
                  </a:lnTo>
                  <a:lnTo>
                    <a:pt x="6165" y="6166"/>
                  </a:lnTo>
                  <a:lnTo>
                    <a:pt x="6165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3" name="Google Shape;286;p31"/>
            <p:cNvSpPr/>
            <p:nvPr/>
          </p:nvSpPr>
          <p:spPr>
            <a:xfrm>
              <a:off x="4644250" y="3077675"/>
              <a:ext cx="154150" cy="154150"/>
            </a:xfrm>
            <a:custGeom>
              <a:avLst/>
              <a:gdLst/>
              <a:ahLst/>
              <a:cxnLst/>
              <a:rect l="l" t="t" r="r" b="b"/>
              <a:pathLst>
                <a:path w="6166" h="6166" extrusionOk="0">
                  <a:moveTo>
                    <a:pt x="0" y="0"/>
                  </a:moveTo>
                  <a:lnTo>
                    <a:pt x="0" y="6166"/>
                  </a:lnTo>
                  <a:lnTo>
                    <a:pt x="6165" y="6166"/>
                  </a:lnTo>
                  <a:lnTo>
                    <a:pt x="6165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4" name="Google Shape;287;p31"/>
            <p:cNvSpPr/>
            <p:nvPr/>
          </p:nvSpPr>
          <p:spPr>
            <a:xfrm>
              <a:off x="4644250" y="3385125"/>
              <a:ext cx="154150" cy="153325"/>
            </a:xfrm>
            <a:custGeom>
              <a:avLst/>
              <a:gdLst/>
              <a:ahLst/>
              <a:cxnLst/>
              <a:rect l="l" t="t" r="r" b="b"/>
              <a:pathLst>
                <a:path w="6166" h="6133" extrusionOk="0">
                  <a:moveTo>
                    <a:pt x="0" y="0"/>
                  </a:moveTo>
                  <a:lnTo>
                    <a:pt x="0" y="6133"/>
                  </a:lnTo>
                  <a:lnTo>
                    <a:pt x="6165" y="6133"/>
                  </a:lnTo>
                  <a:lnTo>
                    <a:pt x="6165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5" name="Google Shape;288;p31"/>
            <p:cNvSpPr/>
            <p:nvPr/>
          </p:nvSpPr>
          <p:spPr>
            <a:xfrm>
              <a:off x="4951675" y="2771050"/>
              <a:ext cx="153350" cy="153325"/>
            </a:xfrm>
            <a:custGeom>
              <a:avLst/>
              <a:gdLst/>
              <a:ahLst/>
              <a:cxnLst/>
              <a:rect l="l" t="t" r="r" b="b"/>
              <a:pathLst>
                <a:path w="6134" h="6133" extrusionOk="0">
                  <a:moveTo>
                    <a:pt x="1" y="0"/>
                  </a:moveTo>
                  <a:lnTo>
                    <a:pt x="1" y="6133"/>
                  </a:lnTo>
                  <a:lnTo>
                    <a:pt x="6133" y="6133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6" name="Google Shape;289;p31"/>
            <p:cNvSpPr/>
            <p:nvPr/>
          </p:nvSpPr>
          <p:spPr>
            <a:xfrm>
              <a:off x="4951675" y="2463600"/>
              <a:ext cx="153350" cy="154150"/>
            </a:xfrm>
            <a:custGeom>
              <a:avLst/>
              <a:gdLst/>
              <a:ahLst/>
              <a:cxnLst/>
              <a:rect l="l" t="t" r="r" b="b"/>
              <a:pathLst>
                <a:path w="6134" h="6166" extrusionOk="0">
                  <a:moveTo>
                    <a:pt x="1" y="1"/>
                  </a:moveTo>
                  <a:lnTo>
                    <a:pt x="1" y="6166"/>
                  </a:lnTo>
                  <a:lnTo>
                    <a:pt x="6133" y="6166"/>
                  </a:lnTo>
                  <a:lnTo>
                    <a:pt x="6133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7" name="Google Shape;290;p31"/>
            <p:cNvSpPr/>
            <p:nvPr/>
          </p:nvSpPr>
          <p:spPr>
            <a:xfrm>
              <a:off x="4951675" y="3077675"/>
              <a:ext cx="153350" cy="154150"/>
            </a:xfrm>
            <a:custGeom>
              <a:avLst/>
              <a:gdLst/>
              <a:ahLst/>
              <a:cxnLst/>
              <a:rect l="l" t="t" r="r" b="b"/>
              <a:pathLst>
                <a:path w="6134" h="6166" extrusionOk="0">
                  <a:moveTo>
                    <a:pt x="1" y="0"/>
                  </a:moveTo>
                  <a:lnTo>
                    <a:pt x="1" y="6166"/>
                  </a:lnTo>
                  <a:lnTo>
                    <a:pt x="6133" y="6166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" name="Google Shape;291;p31"/>
            <p:cNvSpPr/>
            <p:nvPr/>
          </p:nvSpPr>
          <p:spPr>
            <a:xfrm>
              <a:off x="4951675" y="3385125"/>
              <a:ext cx="153350" cy="153325"/>
            </a:xfrm>
            <a:custGeom>
              <a:avLst/>
              <a:gdLst/>
              <a:ahLst/>
              <a:cxnLst/>
              <a:rect l="l" t="t" r="r" b="b"/>
              <a:pathLst>
                <a:path w="6134" h="6133" extrusionOk="0">
                  <a:moveTo>
                    <a:pt x="1" y="0"/>
                  </a:moveTo>
                  <a:lnTo>
                    <a:pt x="1" y="6133"/>
                  </a:lnTo>
                  <a:lnTo>
                    <a:pt x="6133" y="6133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" name="Google Shape;292;p31"/>
            <p:cNvSpPr/>
            <p:nvPr/>
          </p:nvSpPr>
          <p:spPr>
            <a:xfrm>
              <a:off x="4644250" y="2156975"/>
              <a:ext cx="154150" cy="153350"/>
            </a:xfrm>
            <a:custGeom>
              <a:avLst/>
              <a:gdLst/>
              <a:ahLst/>
              <a:cxnLst/>
              <a:rect l="l" t="t" r="r" b="b"/>
              <a:pathLst>
                <a:path w="6166" h="6134" extrusionOk="0">
                  <a:moveTo>
                    <a:pt x="0" y="1"/>
                  </a:moveTo>
                  <a:lnTo>
                    <a:pt x="0" y="6133"/>
                  </a:lnTo>
                  <a:lnTo>
                    <a:pt x="6165" y="6133"/>
                  </a:lnTo>
                  <a:lnTo>
                    <a:pt x="6165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" name="Google Shape;293;p31"/>
            <p:cNvSpPr/>
            <p:nvPr/>
          </p:nvSpPr>
          <p:spPr>
            <a:xfrm>
              <a:off x="4951675" y="2156975"/>
              <a:ext cx="153350" cy="153350"/>
            </a:xfrm>
            <a:custGeom>
              <a:avLst/>
              <a:gdLst/>
              <a:ahLst/>
              <a:cxnLst/>
              <a:rect l="l" t="t" r="r" b="b"/>
              <a:pathLst>
                <a:path w="6134" h="6134" extrusionOk="0">
                  <a:moveTo>
                    <a:pt x="1" y="1"/>
                  </a:moveTo>
                  <a:lnTo>
                    <a:pt x="1" y="6133"/>
                  </a:lnTo>
                  <a:lnTo>
                    <a:pt x="6133" y="6133"/>
                  </a:lnTo>
                  <a:lnTo>
                    <a:pt x="6133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" name="Google Shape;294;p31"/>
            <p:cNvSpPr/>
            <p:nvPr/>
          </p:nvSpPr>
          <p:spPr>
            <a:xfrm>
              <a:off x="2495400" y="3691750"/>
              <a:ext cx="153350" cy="154150"/>
            </a:xfrm>
            <a:custGeom>
              <a:avLst/>
              <a:gdLst/>
              <a:ahLst/>
              <a:cxnLst/>
              <a:rect l="l" t="t" r="r" b="b"/>
              <a:pathLst>
                <a:path w="6134" h="6166" extrusionOk="0">
                  <a:moveTo>
                    <a:pt x="1" y="0"/>
                  </a:moveTo>
                  <a:lnTo>
                    <a:pt x="1" y="6165"/>
                  </a:lnTo>
                  <a:lnTo>
                    <a:pt x="6133" y="6165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" name="Google Shape;295;p31"/>
            <p:cNvSpPr/>
            <p:nvPr/>
          </p:nvSpPr>
          <p:spPr>
            <a:xfrm>
              <a:off x="2802025" y="3691750"/>
              <a:ext cx="154150" cy="154150"/>
            </a:xfrm>
            <a:custGeom>
              <a:avLst/>
              <a:gdLst/>
              <a:ahLst/>
              <a:cxnLst/>
              <a:rect l="l" t="t" r="r" b="b"/>
              <a:pathLst>
                <a:path w="6166" h="6166" extrusionOk="0">
                  <a:moveTo>
                    <a:pt x="1" y="0"/>
                  </a:moveTo>
                  <a:lnTo>
                    <a:pt x="1" y="6165"/>
                  </a:lnTo>
                  <a:lnTo>
                    <a:pt x="6166" y="6165"/>
                  </a:lnTo>
                  <a:lnTo>
                    <a:pt x="6166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3" name="Google Shape;296;p31"/>
            <p:cNvSpPr/>
            <p:nvPr/>
          </p:nvSpPr>
          <p:spPr>
            <a:xfrm>
              <a:off x="3109475" y="3691750"/>
              <a:ext cx="153350" cy="154150"/>
            </a:xfrm>
            <a:custGeom>
              <a:avLst/>
              <a:gdLst/>
              <a:ahLst/>
              <a:cxnLst/>
              <a:rect l="l" t="t" r="r" b="b"/>
              <a:pathLst>
                <a:path w="6134" h="6166" extrusionOk="0">
                  <a:moveTo>
                    <a:pt x="1" y="0"/>
                  </a:moveTo>
                  <a:lnTo>
                    <a:pt x="1" y="6165"/>
                  </a:lnTo>
                  <a:lnTo>
                    <a:pt x="6133" y="6165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4" name="Google Shape;297;p31"/>
            <p:cNvSpPr/>
            <p:nvPr/>
          </p:nvSpPr>
          <p:spPr>
            <a:xfrm>
              <a:off x="3416100" y="3691750"/>
              <a:ext cx="154150" cy="154150"/>
            </a:xfrm>
            <a:custGeom>
              <a:avLst/>
              <a:gdLst/>
              <a:ahLst/>
              <a:cxnLst/>
              <a:rect l="l" t="t" r="r" b="b"/>
              <a:pathLst>
                <a:path w="6166" h="6166" extrusionOk="0">
                  <a:moveTo>
                    <a:pt x="1" y="0"/>
                  </a:moveTo>
                  <a:lnTo>
                    <a:pt x="1" y="6165"/>
                  </a:lnTo>
                  <a:lnTo>
                    <a:pt x="6166" y="6165"/>
                  </a:lnTo>
                  <a:lnTo>
                    <a:pt x="6166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5" name="Google Shape;298;p31"/>
            <p:cNvSpPr/>
            <p:nvPr/>
          </p:nvSpPr>
          <p:spPr>
            <a:xfrm>
              <a:off x="3723550" y="3691750"/>
              <a:ext cx="153325" cy="154150"/>
            </a:xfrm>
            <a:custGeom>
              <a:avLst/>
              <a:gdLst/>
              <a:ahLst/>
              <a:cxnLst/>
              <a:rect l="l" t="t" r="r" b="b"/>
              <a:pathLst>
                <a:path w="6133" h="6166" extrusionOk="0">
                  <a:moveTo>
                    <a:pt x="0" y="0"/>
                  </a:moveTo>
                  <a:lnTo>
                    <a:pt x="0" y="6165"/>
                  </a:lnTo>
                  <a:lnTo>
                    <a:pt x="6133" y="6165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6" name="Google Shape;299;p31"/>
            <p:cNvSpPr/>
            <p:nvPr/>
          </p:nvSpPr>
          <p:spPr>
            <a:xfrm>
              <a:off x="4030175" y="3691750"/>
              <a:ext cx="154150" cy="154150"/>
            </a:xfrm>
            <a:custGeom>
              <a:avLst/>
              <a:gdLst/>
              <a:ahLst/>
              <a:cxnLst/>
              <a:rect l="l" t="t" r="r" b="b"/>
              <a:pathLst>
                <a:path w="6166" h="6166" extrusionOk="0">
                  <a:moveTo>
                    <a:pt x="0" y="0"/>
                  </a:moveTo>
                  <a:lnTo>
                    <a:pt x="0" y="6165"/>
                  </a:lnTo>
                  <a:lnTo>
                    <a:pt x="6166" y="6165"/>
                  </a:lnTo>
                  <a:lnTo>
                    <a:pt x="6166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7" name="Google Shape;300;p31"/>
            <p:cNvSpPr/>
            <p:nvPr/>
          </p:nvSpPr>
          <p:spPr>
            <a:xfrm>
              <a:off x="2495400" y="3385125"/>
              <a:ext cx="153350" cy="153325"/>
            </a:xfrm>
            <a:custGeom>
              <a:avLst/>
              <a:gdLst/>
              <a:ahLst/>
              <a:cxnLst/>
              <a:rect l="l" t="t" r="r" b="b"/>
              <a:pathLst>
                <a:path w="6134" h="6133" extrusionOk="0">
                  <a:moveTo>
                    <a:pt x="1" y="0"/>
                  </a:moveTo>
                  <a:lnTo>
                    <a:pt x="1" y="6133"/>
                  </a:lnTo>
                  <a:lnTo>
                    <a:pt x="6133" y="6133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8" name="Google Shape;301;p31"/>
            <p:cNvSpPr/>
            <p:nvPr/>
          </p:nvSpPr>
          <p:spPr>
            <a:xfrm>
              <a:off x="2802025" y="3385125"/>
              <a:ext cx="154150" cy="153325"/>
            </a:xfrm>
            <a:custGeom>
              <a:avLst/>
              <a:gdLst/>
              <a:ahLst/>
              <a:cxnLst/>
              <a:rect l="l" t="t" r="r" b="b"/>
              <a:pathLst>
                <a:path w="6166" h="6133" extrusionOk="0">
                  <a:moveTo>
                    <a:pt x="1" y="0"/>
                  </a:moveTo>
                  <a:lnTo>
                    <a:pt x="1" y="6133"/>
                  </a:lnTo>
                  <a:lnTo>
                    <a:pt x="6166" y="6133"/>
                  </a:lnTo>
                  <a:lnTo>
                    <a:pt x="6166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9" name="Google Shape;302;p31"/>
            <p:cNvSpPr/>
            <p:nvPr/>
          </p:nvSpPr>
          <p:spPr>
            <a:xfrm>
              <a:off x="4337625" y="3691750"/>
              <a:ext cx="153325" cy="154150"/>
            </a:xfrm>
            <a:custGeom>
              <a:avLst/>
              <a:gdLst/>
              <a:ahLst/>
              <a:cxnLst/>
              <a:rect l="l" t="t" r="r" b="b"/>
              <a:pathLst>
                <a:path w="6133" h="6166" extrusionOk="0">
                  <a:moveTo>
                    <a:pt x="0" y="0"/>
                  </a:moveTo>
                  <a:lnTo>
                    <a:pt x="0" y="6165"/>
                  </a:lnTo>
                  <a:lnTo>
                    <a:pt x="6133" y="6165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0" name="Google Shape;303;p31"/>
            <p:cNvSpPr/>
            <p:nvPr/>
          </p:nvSpPr>
          <p:spPr>
            <a:xfrm>
              <a:off x="4644250" y="3691750"/>
              <a:ext cx="154150" cy="154150"/>
            </a:xfrm>
            <a:custGeom>
              <a:avLst/>
              <a:gdLst/>
              <a:ahLst/>
              <a:cxnLst/>
              <a:rect l="l" t="t" r="r" b="b"/>
              <a:pathLst>
                <a:path w="6166" h="6166" extrusionOk="0">
                  <a:moveTo>
                    <a:pt x="0" y="0"/>
                  </a:moveTo>
                  <a:lnTo>
                    <a:pt x="0" y="6165"/>
                  </a:lnTo>
                  <a:lnTo>
                    <a:pt x="6165" y="6165"/>
                  </a:lnTo>
                  <a:lnTo>
                    <a:pt x="6165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1" name="Google Shape;304;p31"/>
            <p:cNvSpPr/>
            <p:nvPr/>
          </p:nvSpPr>
          <p:spPr>
            <a:xfrm>
              <a:off x="2802025" y="3999175"/>
              <a:ext cx="154150" cy="153350"/>
            </a:xfrm>
            <a:custGeom>
              <a:avLst/>
              <a:gdLst/>
              <a:ahLst/>
              <a:cxnLst/>
              <a:rect l="l" t="t" r="r" b="b"/>
              <a:pathLst>
                <a:path w="6166" h="6134" extrusionOk="0">
                  <a:moveTo>
                    <a:pt x="1" y="1"/>
                  </a:moveTo>
                  <a:lnTo>
                    <a:pt x="1" y="6133"/>
                  </a:lnTo>
                  <a:lnTo>
                    <a:pt x="6166" y="6133"/>
                  </a:lnTo>
                  <a:lnTo>
                    <a:pt x="6166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2" name="Google Shape;305;p31"/>
            <p:cNvSpPr/>
            <p:nvPr/>
          </p:nvSpPr>
          <p:spPr>
            <a:xfrm>
              <a:off x="3109475" y="3999175"/>
              <a:ext cx="153350" cy="153350"/>
            </a:xfrm>
            <a:custGeom>
              <a:avLst/>
              <a:gdLst/>
              <a:ahLst/>
              <a:cxnLst/>
              <a:rect l="l" t="t" r="r" b="b"/>
              <a:pathLst>
                <a:path w="6134" h="6134" extrusionOk="0">
                  <a:moveTo>
                    <a:pt x="1" y="1"/>
                  </a:moveTo>
                  <a:lnTo>
                    <a:pt x="1" y="6133"/>
                  </a:lnTo>
                  <a:lnTo>
                    <a:pt x="6133" y="6133"/>
                  </a:lnTo>
                  <a:lnTo>
                    <a:pt x="6133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3" name="Google Shape;306;p31"/>
            <p:cNvSpPr/>
            <p:nvPr/>
          </p:nvSpPr>
          <p:spPr>
            <a:xfrm>
              <a:off x="2802025" y="2771050"/>
              <a:ext cx="154150" cy="153325"/>
            </a:xfrm>
            <a:custGeom>
              <a:avLst/>
              <a:gdLst/>
              <a:ahLst/>
              <a:cxnLst/>
              <a:rect l="l" t="t" r="r" b="b"/>
              <a:pathLst>
                <a:path w="6166" h="6133" extrusionOk="0">
                  <a:moveTo>
                    <a:pt x="1" y="0"/>
                  </a:moveTo>
                  <a:lnTo>
                    <a:pt x="1" y="6133"/>
                  </a:lnTo>
                  <a:lnTo>
                    <a:pt x="6166" y="6133"/>
                  </a:lnTo>
                  <a:lnTo>
                    <a:pt x="6166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4" name="Google Shape;307;p31"/>
            <p:cNvSpPr/>
            <p:nvPr/>
          </p:nvSpPr>
          <p:spPr>
            <a:xfrm>
              <a:off x="2802025" y="2463600"/>
              <a:ext cx="154150" cy="154150"/>
            </a:xfrm>
            <a:custGeom>
              <a:avLst/>
              <a:gdLst/>
              <a:ahLst/>
              <a:cxnLst/>
              <a:rect l="l" t="t" r="r" b="b"/>
              <a:pathLst>
                <a:path w="6166" h="6166" extrusionOk="0">
                  <a:moveTo>
                    <a:pt x="1" y="1"/>
                  </a:moveTo>
                  <a:lnTo>
                    <a:pt x="1" y="6166"/>
                  </a:lnTo>
                  <a:lnTo>
                    <a:pt x="6166" y="6166"/>
                  </a:lnTo>
                  <a:lnTo>
                    <a:pt x="6166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5" name="Google Shape;308;p31"/>
            <p:cNvSpPr/>
            <p:nvPr/>
          </p:nvSpPr>
          <p:spPr>
            <a:xfrm>
              <a:off x="2802025" y="3077675"/>
              <a:ext cx="154150" cy="154150"/>
            </a:xfrm>
            <a:custGeom>
              <a:avLst/>
              <a:gdLst/>
              <a:ahLst/>
              <a:cxnLst/>
              <a:rect l="l" t="t" r="r" b="b"/>
              <a:pathLst>
                <a:path w="6166" h="6166" extrusionOk="0">
                  <a:moveTo>
                    <a:pt x="1" y="0"/>
                  </a:moveTo>
                  <a:lnTo>
                    <a:pt x="1" y="6166"/>
                  </a:lnTo>
                  <a:lnTo>
                    <a:pt x="6166" y="6166"/>
                  </a:lnTo>
                  <a:lnTo>
                    <a:pt x="6166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6" name="Google Shape;309;p31"/>
            <p:cNvSpPr/>
            <p:nvPr/>
          </p:nvSpPr>
          <p:spPr>
            <a:xfrm>
              <a:off x="2495400" y="2771050"/>
              <a:ext cx="153350" cy="153325"/>
            </a:xfrm>
            <a:custGeom>
              <a:avLst/>
              <a:gdLst/>
              <a:ahLst/>
              <a:cxnLst/>
              <a:rect l="l" t="t" r="r" b="b"/>
              <a:pathLst>
                <a:path w="6134" h="6133" extrusionOk="0">
                  <a:moveTo>
                    <a:pt x="1" y="0"/>
                  </a:moveTo>
                  <a:lnTo>
                    <a:pt x="1" y="6133"/>
                  </a:lnTo>
                  <a:lnTo>
                    <a:pt x="6133" y="6133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7" name="Google Shape;310;p31"/>
            <p:cNvSpPr/>
            <p:nvPr/>
          </p:nvSpPr>
          <p:spPr>
            <a:xfrm>
              <a:off x="2495400" y="2463600"/>
              <a:ext cx="153350" cy="154150"/>
            </a:xfrm>
            <a:custGeom>
              <a:avLst/>
              <a:gdLst/>
              <a:ahLst/>
              <a:cxnLst/>
              <a:rect l="l" t="t" r="r" b="b"/>
              <a:pathLst>
                <a:path w="6134" h="6166" extrusionOk="0">
                  <a:moveTo>
                    <a:pt x="1" y="1"/>
                  </a:moveTo>
                  <a:lnTo>
                    <a:pt x="1" y="6166"/>
                  </a:lnTo>
                  <a:lnTo>
                    <a:pt x="6133" y="6166"/>
                  </a:lnTo>
                  <a:lnTo>
                    <a:pt x="6133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8" name="Google Shape;311;p31"/>
            <p:cNvSpPr/>
            <p:nvPr/>
          </p:nvSpPr>
          <p:spPr>
            <a:xfrm>
              <a:off x="2495400" y="3077675"/>
              <a:ext cx="153350" cy="154150"/>
            </a:xfrm>
            <a:custGeom>
              <a:avLst/>
              <a:gdLst/>
              <a:ahLst/>
              <a:cxnLst/>
              <a:rect l="l" t="t" r="r" b="b"/>
              <a:pathLst>
                <a:path w="6134" h="6166" extrusionOk="0">
                  <a:moveTo>
                    <a:pt x="1" y="0"/>
                  </a:moveTo>
                  <a:lnTo>
                    <a:pt x="1" y="6166"/>
                  </a:lnTo>
                  <a:lnTo>
                    <a:pt x="6133" y="6166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9" name="Google Shape;312;p31"/>
            <p:cNvSpPr/>
            <p:nvPr/>
          </p:nvSpPr>
          <p:spPr>
            <a:xfrm>
              <a:off x="3416100" y="3999175"/>
              <a:ext cx="154150" cy="153350"/>
            </a:xfrm>
            <a:custGeom>
              <a:avLst/>
              <a:gdLst/>
              <a:ahLst/>
              <a:cxnLst/>
              <a:rect l="l" t="t" r="r" b="b"/>
              <a:pathLst>
                <a:path w="6166" h="6134" extrusionOk="0">
                  <a:moveTo>
                    <a:pt x="1" y="1"/>
                  </a:moveTo>
                  <a:lnTo>
                    <a:pt x="1" y="6133"/>
                  </a:lnTo>
                  <a:lnTo>
                    <a:pt x="6166" y="6133"/>
                  </a:lnTo>
                  <a:lnTo>
                    <a:pt x="6166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0" name="Google Shape;313;p31"/>
            <p:cNvSpPr/>
            <p:nvPr/>
          </p:nvSpPr>
          <p:spPr>
            <a:xfrm>
              <a:off x="3723550" y="3999175"/>
              <a:ext cx="153325" cy="153350"/>
            </a:xfrm>
            <a:custGeom>
              <a:avLst/>
              <a:gdLst/>
              <a:ahLst/>
              <a:cxnLst/>
              <a:rect l="l" t="t" r="r" b="b"/>
              <a:pathLst>
                <a:path w="6133" h="6134" extrusionOk="0">
                  <a:moveTo>
                    <a:pt x="0" y="1"/>
                  </a:moveTo>
                  <a:lnTo>
                    <a:pt x="0" y="6133"/>
                  </a:lnTo>
                  <a:lnTo>
                    <a:pt x="6133" y="6133"/>
                  </a:lnTo>
                  <a:lnTo>
                    <a:pt x="6133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1" name="Google Shape;314;p31"/>
            <p:cNvSpPr/>
            <p:nvPr/>
          </p:nvSpPr>
          <p:spPr>
            <a:xfrm>
              <a:off x="4030175" y="3999175"/>
              <a:ext cx="154150" cy="153350"/>
            </a:xfrm>
            <a:custGeom>
              <a:avLst/>
              <a:gdLst/>
              <a:ahLst/>
              <a:cxnLst/>
              <a:rect l="l" t="t" r="r" b="b"/>
              <a:pathLst>
                <a:path w="6166" h="6134" extrusionOk="0">
                  <a:moveTo>
                    <a:pt x="0" y="1"/>
                  </a:moveTo>
                  <a:lnTo>
                    <a:pt x="0" y="6133"/>
                  </a:lnTo>
                  <a:lnTo>
                    <a:pt x="6166" y="6133"/>
                  </a:lnTo>
                  <a:lnTo>
                    <a:pt x="6166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2" name="Google Shape;315;p31"/>
            <p:cNvSpPr/>
            <p:nvPr/>
          </p:nvSpPr>
          <p:spPr>
            <a:xfrm>
              <a:off x="4337625" y="3999175"/>
              <a:ext cx="153325" cy="153350"/>
            </a:xfrm>
            <a:custGeom>
              <a:avLst/>
              <a:gdLst/>
              <a:ahLst/>
              <a:cxnLst/>
              <a:rect l="l" t="t" r="r" b="b"/>
              <a:pathLst>
                <a:path w="6133" h="6134" extrusionOk="0">
                  <a:moveTo>
                    <a:pt x="0" y="1"/>
                  </a:moveTo>
                  <a:lnTo>
                    <a:pt x="0" y="6133"/>
                  </a:lnTo>
                  <a:lnTo>
                    <a:pt x="6133" y="6133"/>
                  </a:lnTo>
                  <a:lnTo>
                    <a:pt x="6133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3" name="Google Shape;316;p31"/>
            <p:cNvSpPr/>
            <p:nvPr/>
          </p:nvSpPr>
          <p:spPr>
            <a:xfrm>
              <a:off x="4644250" y="3999175"/>
              <a:ext cx="154150" cy="153350"/>
            </a:xfrm>
            <a:custGeom>
              <a:avLst/>
              <a:gdLst/>
              <a:ahLst/>
              <a:cxnLst/>
              <a:rect l="l" t="t" r="r" b="b"/>
              <a:pathLst>
                <a:path w="6166" h="6134" extrusionOk="0">
                  <a:moveTo>
                    <a:pt x="0" y="1"/>
                  </a:moveTo>
                  <a:lnTo>
                    <a:pt x="0" y="6133"/>
                  </a:lnTo>
                  <a:lnTo>
                    <a:pt x="6165" y="6133"/>
                  </a:lnTo>
                  <a:lnTo>
                    <a:pt x="6165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4" name="Google Shape;317;p31"/>
            <p:cNvSpPr/>
            <p:nvPr/>
          </p:nvSpPr>
          <p:spPr>
            <a:xfrm>
              <a:off x="4951675" y="3691750"/>
              <a:ext cx="153350" cy="154150"/>
            </a:xfrm>
            <a:custGeom>
              <a:avLst/>
              <a:gdLst/>
              <a:ahLst/>
              <a:cxnLst/>
              <a:rect l="l" t="t" r="r" b="b"/>
              <a:pathLst>
                <a:path w="6134" h="6166" extrusionOk="0">
                  <a:moveTo>
                    <a:pt x="1" y="0"/>
                  </a:moveTo>
                  <a:lnTo>
                    <a:pt x="1" y="6165"/>
                  </a:lnTo>
                  <a:lnTo>
                    <a:pt x="6133" y="6165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5" name="Google Shape;318;p31"/>
            <p:cNvSpPr/>
            <p:nvPr/>
          </p:nvSpPr>
          <p:spPr>
            <a:xfrm>
              <a:off x="1728025" y="775525"/>
              <a:ext cx="4144375" cy="4144375"/>
            </a:xfrm>
            <a:custGeom>
              <a:avLst/>
              <a:gdLst/>
              <a:ahLst/>
              <a:cxnLst/>
              <a:rect l="l" t="t" r="r" b="b"/>
              <a:pathLst>
                <a:path w="165775" h="165775" extrusionOk="0">
                  <a:moveTo>
                    <a:pt x="154097" y="12298"/>
                  </a:moveTo>
                  <a:lnTo>
                    <a:pt x="154097" y="154292"/>
                  </a:lnTo>
                  <a:lnTo>
                    <a:pt x="12102" y="154292"/>
                  </a:lnTo>
                  <a:lnTo>
                    <a:pt x="12102" y="12298"/>
                  </a:lnTo>
                  <a:close/>
                  <a:moveTo>
                    <a:pt x="14810" y="0"/>
                  </a:moveTo>
                  <a:lnTo>
                    <a:pt x="14810" y="6166"/>
                  </a:lnTo>
                  <a:lnTo>
                    <a:pt x="5970" y="6166"/>
                  </a:lnTo>
                  <a:lnTo>
                    <a:pt x="5970" y="19181"/>
                  </a:lnTo>
                  <a:lnTo>
                    <a:pt x="0" y="19181"/>
                  </a:lnTo>
                  <a:lnTo>
                    <a:pt x="0" y="25314"/>
                  </a:lnTo>
                  <a:lnTo>
                    <a:pt x="5970" y="25314"/>
                  </a:lnTo>
                  <a:lnTo>
                    <a:pt x="5970" y="37579"/>
                  </a:lnTo>
                  <a:lnTo>
                    <a:pt x="0" y="37579"/>
                  </a:lnTo>
                  <a:lnTo>
                    <a:pt x="0" y="43711"/>
                  </a:lnTo>
                  <a:lnTo>
                    <a:pt x="5970" y="43711"/>
                  </a:lnTo>
                  <a:lnTo>
                    <a:pt x="5970" y="55944"/>
                  </a:lnTo>
                  <a:lnTo>
                    <a:pt x="0" y="55944"/>
                  </a:lnTo>
                  <a:lnTo>
                    <a:pt x="0" y="62109"/>
                  </a:lnTo>
                  <a:lnTo>
                    <a:pt x="5970" y="62109"/>
                  </a:lnTo>
                  <a:lnTo>
                    <a:pt x="5970" y="74341"/>
                  </a:lnTo>
                  <a:lnTo>
                    <a:pt x="0" y="74341"/>
                  </a:lnTo>
                  <a:lnTo>
                    <a:pt x="0" y="80474"/>
                  </a:lnTo>
                  <a:lnTo>
                    <a:pt x="5970" y="80474"/>
                  </a:lnTo>
                  <a:lnTo>
                    <a:pt x="5970" y="92739"/>
                  </a:lnTo>
                  <a:lnTo>
                    <a:pt x="0" y="92739"/>
                  </a:lnTo>
                  <a:lnTo>
                    <a:pt x="0" y="98871"/>
                  </a:lnTo>
                  <a:lnTo>
                    <a:pt x="5970" y="98871"/>
                  </a:lnTo>
                  <a:lnTo>
                    <a:pt x="5970" y="111136"/>
                  </a:lnTo>
                  <a:lnTo>
                    <a:pt x="0" y="111136"/>
                  </a:lnTo>
                  <a:lnTo>
                    <a:pt x="0" y="117269"/>
                  </a:lnTo>
                  <a:lnTo>
                    <a:pt x="5970" y="117269"/>
                  </a:lnTo>
                  <a:lnTo>
                    <a:pt x="5970" y="129501"/>
                  </a:lnTo>
                  <a:lnTo>
                    <a:pt x="0" y="129501"/>
                  </a:lnTo>
                  <a:lnTo>
                    <a:pt x="0" y="135634"/>
                  </a:lnTo>
                  <a:lnTo>
                    <a:pt x="5970" y="135634"/>
                  </a:lnTo>
                  <a:lnTo>
                    <a:pt x="5970" y="147899"/>
                  </a:lnTo>
                  <a:lnTo>
                    <a:pt x="0" y="147899"/>
                  </a:lnTo>
                  <a:lnTo>
                    <a:pt x="0" y="154031"/>
                  </a:lnTo>
                  <a:lnTo>
                    <a:pt x="5970" y="154031"/>
                  </a:lnTo>
                  <a:lnTo>
                    <a:pt x="5970" y="160425"/>
                  </a:lnTo>
                  <a:lnTo>
                    <a:pt x="15332" y="160425"/>
                  </a:lnTo>
                  <a:lnTo>
                    <a:pt x="15332" y="165775"/>
                  </a:lnTo>
                  <a:lnTo>
                    <a:pt x="21497" y="165775"/>
                  </a:lnTo>
                  <a:lnTo>
                    <a:pt x="21497" y="160425"/>
                  </a:lnTo>
                  <a:lnTo>
                    <a:pt x="33729" y="160425"/>
                  </a:lnTo>
                  <a:lnTo>
                    <a:pt x="33729" y="165775"/>
                  </a:lnTo>
                  <a:lnTo>
                    <a:pt x="39862" y="165775"/>
                  </a:lnTo>
                  <a:lnTo>
                    <a:pt x="39862" y="160425"/>
                  </a:lnTo>
                  <a:lnTo>
                    <a:pt x="52127" y="160425"/>
                  </a:lnTo>
                  <a:lnTo>
                    <a:pt x="52127" y="165775"/>
                  </a:lnTo>
                  <a:lnTo>
                    <a:pt x="58260" y="165775"/>
                  </a:lnTo>
                  <a:lnTo>
                    <a:pt x="58260" y="160425"/>
                  </a:lnTo>
                  <a:lnTo>
                    <a:pt x="70492" y="160425"/>
                  </a:lnTo>
                  <a:lnTo>
                    <a:pt x="70492" y="165775"/>
                  </a:lnTo>
                  <a:lnTo>
                    <a:pt x="76657" y="165775"/>
                  </a:lnTo>
                  <a:lnTo>
                    <a:pt x="76657" y="160425"/>
                  </a:lnTo>
                  <a:lnTo>
                    <a:pt x="88890" y="160425"/>
                  </a:lnTo>
                  <a:lnTo>
                    <a:pt x="88890" y="165775"/>
                  </a:lnTo>
                  <a:lnTo>
                    <a:pt x="95022" y="165775"/>
                  </a:lnTo>
                  <a:lnTo>
                    <a:pt x="95022" y="160425"/>
                  </a:lnTo>
                  <a:lnTo>
                    <a:pt x="107287" y="160425"/>
                  </a:lnTo>
                  <a:lnTo>
                    <a:pt x="107287" y="165775"/>
                  </a:lnTo>
                  <a:lnTo>
                    <a:pt x="113420" y="165775"/>
                  </a:lnTo>
                  <a:lnTo>
                    <a:pt x="113420" y="160425"/>
                  </a:lnTo>
                  <a:lnTo>
                    <a:pt x="125685" y="160425"/>
                  </a:lnTo>
                  <a:lnTo>
                    <a:pt x="125685" y="165775"/>
                  </a:lnTo>
                  <a:lnTo>
                    <a:pt x="131817" y="165775"/>
                  </a:lnTo>
                  <a:lnTo>
                    <a:pt x="131817" y="160425"/>
                  </a:lnTo>
                  <a:lnTo>
                    <a:pt x="144050" y="160425"/>
                  </a:lnTo>
                  <a:lnTo>
                    <a:pt x="144050" y="165775"/>
                  </a:lnTo>
                  <a:lnTo>
                    <a:pt x="150182" y="165775"/>
                  </a:lnTo>
                  <a:lnTo>
                    <a:pt x="150182" y="160425"/>
                  </a:lnTo>
                  <a:lnTo>
                    <a:pt x="160229" y="160425"/>
                  </a:lnTo>
                  <a:lnTo>
                    <a:pt x="160229" y="150215"/>
                  </a:lnTo>
                  <a:lnTo>
                    <a:pt x="165775" y="150215"/>
                  </a:lnTo>
                  <a:lnTo>
                    <a:pt x="165775" y="144050"/>
                  </a:lnTo>
                  <a:lnTo>
                    <a:pt x="160229" y="144050"/>
                  </a:lnTo>
                  <a:lnTo>
                    <a:pt x="160229" y="131817"/>
                  </a:lnTo>
                  <a:lnTo>
                    <a:pt x="165775" y="131817"/>
                  </a:lnTo>
                  <a:lnTo>
                    <a:pt x="165775" y="125685"/>
                  </a:lnTo>
                  <a:lnTo>
                    <a:pt x="160229" y="125685"/>
                  </a:lnTo>
                  <a:lnTo>
                    <a:pt x="160229" y="113420"/>
                  </a:lnTo>
                  <a:lnTo>
                    <a:pt x="165775" y="113420"/>
                  </a:lnTo>
                  <a:lnTo>
                    <a:pt x="165775" y="107287"/>
                  </a:lnTo>
                  <a:lnTo>
                    <a:pt x="160229" y="107287"/>
                  </a:lnTo>
                  <a:lnTo>
                    <a:pt x="160229" y="95022"/>
                  </a:lnTo>
                  <a:lnTo>
                    <a:pt x="165775" y="95022"/>
                  </a:lnTo>
                  <a:lnTo>
                    <a:pt x="165775" y="88890"/>
                  </a:lnTo>
                  <a:lnTo>
                    <a:pt x="160229" y="88890"/>
                  </a:lnTo>
                  <a:lnTo>
                    <a:pt x="160229" y="76657"/>
                  </a:lnTo>
                  <a:lnTo>
                    <a:pt x="165775" y="76657"/>
                  </a:lnTo>
                  <a:lnTo>
                    <a:pt x="165775" y="70525"/>
                  </a:lnTo>
                  <a:lnTo>
                    <a:pt x="160229" y="70525"/>
                  </a:lnTo>
                  <a:lnTo>
                    <a:pt x="160229" y="58260"/>
                  </a:lnTo>
                  <a:lnTo>
                    <a:pt x="165775" y="58260"/>
                  </a:lnTo>
                  <a:lnTo>
                    <a:pt x="165775" y="52127"/>
                  </a:lnTo>
                  <a:lnTo>
                    <a:pt x="160229" y="52127"/>
                  </a:lnTo>
                  <a:lnTo>
                    <a:pt x="160229" y="39862"/>
                  </a:lnTo>
                  <a:lnTo>
                    <a:pt x="165775" y="39862"/>
                  </a:lnTo>
                  <a:lnTo>
                    <a:pt x="165775" y="33729"/>
                  </a:lnTo>
                  <a:lnTo>
                    <a:pt x="160229" y="33729"/>
                  </a:lnTo>
                  <a:lnTo>
                    <a:pt x="160229" y="21497"/>
                  </a:lnTo>
                  <a:lnTo>
                    <a:pt x="165775" y="21497"/>
                  </a:lnTo>
                  <a:lnTo>
                    <a:pt x="165775" y="15332"/>
                  </a:lnTo>
                  <a:lnTo>
                    <a:pt x="160229" y="15332"/>
                  </a:lnTo>
                  <a:lnTo>
                    <a:pt x="160229" y="6166"/>
                  </a:lnTo>
                  <a:lnTo>
                    <a:pt x="149660" y="6166"/>
                  </a:lnTo>
                  <a:lnTo>
                    <a:pt x="149660" y="0"/>
                  </a:lnTo>
                  <a:lnTo>
                    <a:pt x="143528" y="0"/>
                  </a:lnTo>
                  <a:lnTo>
                    <a:pt x="143528" y="6166"/>
                  </a:lnTo>
                  <a:lnTo>
                    <a:pt x="131263" y="6166"/>
                  </a:lnTo>
                  <a:lnTo>
                    <a:pt x="131263" y="0"/>
                  </a:lnTo>
                  <a:lnTo>
                    <a:pt x="125130" y="0"/>
                  </a:lnTo>
                  <a:lnTo>
                    <a:pt x="125130" y="6166"/>
                  </a:lnTo>
                  <a:lnTo>
                    <a:pt x="112898" y="6166"/>
                  </a:lnTo>
                  <a:lnTo>
                    <a:pt x="112898" y="0"/>
                  </a:lnTo>
                  <a:lnTo>
                    <a:pt x="106733" y="0"/>
                  </a:lnTo>
                  <a:lnTo>
                    <a:pt x="106733" y="6166"/>
                  </a:lnTo>
                  <a:lnTo>
                    <a:pt x="94500" y="6166"/>
                  </a:lnTo>
                  <a:lnTo>
                    <a:pt x="94500" y="0"/>
                  </a:lnTo>
                  <a:lnTo>
                    <a:pt x="88368" y="0"/>
                  </a:lnTo>
                  <a:lnTo>
                    <a:pt x="88368" y="6166"/>
                  </a:lnTo>
                  <a:lnTo>
                    <a:pt x="76103" y="6166"/>
                  </a:lnTo>
                  <a:lnTo>
                    <a:pt x="76103" y="0"/>
                  </a:lnTo>
                  <a:lnTo>
                    <a:pt x="69970" y="0"/>
                  </a:lnTo>
                  <a:lnTo>
                    <a:pt x="69970" y="6166"/>
                  </a:lnTo>
                  <a:lnTo>
                    <a:pt x="57738" y="6166"/>
                  </a:lnTo>
                  <a:lnTo>
                    <a:pt x="57738" y="0"/>
                  </a:lnTo>
                  <a:lnTo>
                    <a:pt x="51572" y="0"/>
                  </a:lnTo>
                  <a:lnTo>
                    <a:pt x="51572" y="6166"/>
                  </a:lnTo>
                  <a:lnTo>
                    <a:pt x="39340" y="6166"/>
                  </a:lnTo>
                  <a:lnTo>
                    <a:pt x="39340" y="0"/>
                  </a:lnTo>
                  <a:lnTo>
                    <a:pt x="33208" y="0"/>
                  </a:lnTo>
                  <a:lnTo>
                    <a:pt x="33208" y="6166"/>
                  </a:lnTo>
                  <a:lnTo>
                    <a:pt x="20942" y="6166"/>
                  </a:lnTo>
                  <a:lnTo>
                    <a:pt x="20942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" name="Google Shape;319;p31"/>
            <p:cNvSpPr/>
            <p:nvPr/>
          </p:nvSpPr>
          <p:spPr>
            <a:xfrm>
              <a:off x="3416100" y="2463600"/>
              <a:ext cx="460775" cy="768225"/>
            </a:xfrm>
            <a:custGeom>
              <a:avLst/>
              <a:gdLst/>
              <a:ahLst/>
              <a:cxnLst/>
              <a:rect l="l" t="t" r="r" b="b"/>
              <a:pathLst>
                <a:path w="18431" h="30729" extrusionOk="0">
                  <a:moveTo>
                    <a:pt x="12298" y="6166"/>
                  </a:moveTo>
                  <a:lnTo>
                    <a:pt x="12298" y="15789"/>
                  </a:lnTo>
                  <a:lnTo>
                    <a:pt x="6166" y="15789"/>
                  </a:lnTo>
                  <a:lnTo>
                    <a:pt x="6166" y="6166"/>
                  </a:lnTo>
                  <a:close/>
                  <a:moveTo>
                    <a:pt x="1" y="1"/>
                  </a:moveTo>
                  <a:lnTo>
                    <a:pt x="1" y="30729"/>
                  </a:lnTo>
                  <a:lnTo>
                    <a:pt x="6166" y="30729"/>
                  </a:lnTo>
                  <a:lnTo>
                    <a:pt x="6166" y="21921"/>
                  </a:lnTo>
                  <a:lnTo>
                    <a:pt x="12298" y="21921"/>
                  </a:lnTo>
                  <a:lnTo>
                    <a:pt x="12298" y="30729"/>
                  </a:lnTo>
                  <a:lnTo>
                    <a:pt x="18431" y="30729"/>
                  </a:lnTo>
                  <a:lnTo>
                    <a:pt x="18431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" name="Google Shape;320;p31"/>
            <p:cNvSpPr/>
            <p:nvPr/>
          </p:nvSpPr>
          <p:spPr>
            <a:xfrm>
              <a:off x="4030175" y="2463600"/>
              <a:ext cx="159050" cy="777200"/>
            </a:xfrm>
            <a:custGeom>
              <a:avLst/>
              <a:gdLst/>
              <a:ahLst/>
              <a:cxnLst/>
              <a:rect l="l" t="t" r="r" b="b"/>
              <a:pathLst>
                <a:path w="6362" h="31088" extrusionOk="0">
                  <a:moveTo>
                    <a:pt x="6166" y="1"/>
                  </a:moveTo>
                  <a:lnTo>
                    <a:pt x="0" y="33"/>
                  </a:lnTo>
                  <a:lnTo>
                    <a:pt x="229" y="31087"/>
                  </a:lnTo>
                  <a:lnTo>
                    <a:pt x="6361" y="31055"/>
                  </a:lnTo>
                  <a:lnTo>
                    <a:pt x="6166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" name="Google Shape;321;p31"/>
            <p:cNvSpPr/>
            <p:nvPr/>
          </p:nvSpPr>
          <p:spPr>
            <a:xfrm>
              <a:off x="2098250" y="238125"/>
              <a:ext cx="153350" cy="384100"/>
            </a:xfrm>
            <a:custGeom>
              <a:avLst/>
              <a:gdLst/>
              <a:ahLst/>
              <a:cxnLst/>
              <a:rect l="l" t="t" r="r" b="b"/>
              <a:pathLst>
                <a:path w="6134" h="15364" extrusionOk="0">
                  <a:moveTo>
                    <a:pt x="1" y="0"/>
                  </a:moveTo>
                  <a:lnTo>
                    <a:pt x="1" y="15364"/>
                  </a:lnTo>
                  <a:lnTo>
                    <a:pt x="6133" y="15364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" name="Google Shape;322;p31"/>
            <p:cNvSpPr/>
            <p:nvPr/>
          </p:nvSpPr>
          <p:spPr>
            <a:xfrm>
              <a:off x="2558200" y="238125"/>
              <a:ext cx="153350" cy="384100"/>
            </a:xfrm>
            <a:custGeom>
              <a:avLst/>
              <a:gdLst/>
              <a:ahLst/>
              <a:cxnLst/>
              <a:rect l="l" t="t" r="r" b="b"/>
              <a:pathLst>
                <a:path w="6134" h="15364" extrusionOk="0">
                  <a:moveTo>
                    <a:pt x="1" y="0"/>
                  </a:moveTo>
                  <a:lnTo>
                    <a:pt x="1" y="15364"/>
                  </a:lnTo>
                  <a:lnTo>
                    <a:pt x="6133" y="15364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" name="Google Shape;323;p31"/>
            <p:cNvSpPr/>
            <p:nvPr/>
          </p:nvSpPr>
          <p:spPr>
            <a:xfrm>
              <a:off x="3017325" y="238125"/>
              <a:ext cx="154150" cy="384100"/>
            </a:xfrm>
            <a:custGeom>
              <a:avLst/>
              <a:gdLst/>
              <a:ahLst/>
              <a:cxnLst/>
              <a:rect l="l" t="t" r="r" b="b"/>
              <a:pathLst>
                <a:path w="6166" h="15364" extrusionOk="0">
                  <a:moveTo>
                    <a:pt x="0" y="0"/>
                  </a:moveTo>
                  <a:lnTo>
                    <a:pt x="0" y="15364"/>
                  </a:lnTo>
                  <a:lnTo>
                    <a:pt x="6166" y="15364"/>
                  </a:lnTo>
                  <a:lnTo>
                    <a:pt x="6166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" name="Google Shape;324;p31"/>
            <p:cNvSpPr/>
            <p:nvPr/>
          </p:nvSpPr>
          <p:spPr>
            <a:xfrm>
              <a:off x="3477275" y="238125"/>
              <a:ext cx="153325" cy="384100"/>
            </a:xfrm>
            <a:custGeom>
              <a:avLst/>
              <a:gdLst/>
              <a:ahLst/>
              <a:cxnLst/>
              <a:rect l="l" t="t" r="r" b="b"/>
              <a:pathLst>
                <a:path w="6133" h="15364" extrusionOk="0">
                  <a:moveTo>
                    <a:pt x="0" y="0"/>
                  </a:moveTo>
                  <a:lnTo>
                    <a:pt x="0" y="15364"/>
                  </a:lnTo>
                  <a:lnTo>
                    <a:pt x="6133" y="15364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" name="Google Shape;325;p31"/>
            <p:cNvSpPr/>
            <p:nvPr/>
          </p:nvSpPr>
          <p:spPr>
            <a:xfrm>
              <a:off x="3937200" y="238125"/>
              <a:ext cx="153350" cy="384100"/>
            </a:xfrm>
            <a:custGeom>
              <a:avLst/>
              <a:gdLst/>
              <a:ahLst/>
              <a:cxnLst/>
              <a:rect l="l" t="t" r="r" b="b"/>
              <a:pathLst>
                <a:path w="6134" h="15364" extrusionOk="0">
                  <a:moveTo>
                    <a:pt x="1" y="0"/>
                  </a:moveTo>
                  <a:lnTo>
                    <a:pt x="1" y="15364"/>
                  </a:lnTo>
                  <a:lnTo>
                    <a:pt x="6133" y="15364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" name="Google Shape;326;p31"/>
            <p:cNvSpPr/>
            <p:nvPr/>
          </p:nvSpPr>
          <p:spPr>
            <a:xfrm>
              <a:off x="4396325" y="238125"/>
              <a:ext cx="154150" cy="384100"/>
            </a:xfrm>
            <a:custGeom>
              <a:avLst/>
              <a:gdLst/>
              <a:ahLst/>
              <a:cxnLst/>
              <a:rect l="l" t="t" r="r" b="b"/>
              <a:pathLst>
                <a:path w="6166" h="15364" extrusionOk="0">
                  <a:moveTo>
                    <a:pt x="1" y="0"/>
                  </a:moveTo>
                  <a:lnTo>
                    <a:pt x="1" y="15364"/>
                  </a:lnTo>
                  <a:lnTo>
                    <a:pt x="6166" y="15364"/>
                  </a:lnTo>
                  <a:lnTo>
                    <a:pt x="6166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" name="Google Shape;327;p31"/>
            <p:cNvSpPr/>
            <p:nvPr/>
          </p:nvSpPr>
          <p:spPr>
            <a:xfrm>
              <a:off x="4856275" y="238125"/>
              <a:ext cx="153325" cy="384100"/>
            </a:xfrm>
            <a:custGeom>
              <a:avLst/>
              <a:gdLst/>
              <a:ahLst/>
              <a:cxnLst/>
              <a:rect l="l" t="t" r="r" b="b"/>
              <a:pathLst>
                <a:path w="6133" h="15364" extrusionOk="0">
                  <a:moveTo>
                    <a:pt x="0" y="0"/>
                  </a:moveTo>
                  <a:lnTo>
                    <a:pt x="0" y="15364"/>
                  </a:lnTo>
                  <a:lnTo>
                    <a:pt x="6133" y="15364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" name="Google Shape;328;p31"/>
            <p:cNvSpPr/>
            <p:nvPr/>
          </p:nvSpPr>
          <p:spPr>
            <a:xfrm>
              <a:off x="5316200" y="238125"/>
              <a:ext cx="153350" cy="384100"/>
            </a:xfrm>
            <a:custGeom>
              <a:avLst/>
              <a:gdLst/>
              <a:ahLst/>
              <a:cxnLst/>
              <a:rect l="l" t="t" r="r" b="b"/>
              <a:pathLst>
                <a:path w="6134" h="15364" extrusionOk="0">
                  <a:moveTo>
                    <a:pt x="1" y="0"/>
                  </a:moveTo>
                  <a:lnTo>
                    <a:pt x="1" y="15364"/>
                  </a:lnTo>
                  <a:lnTo>
                    <a:pt x="6133" y="15364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" name="Google Shape;329;p31"/>
            <p:cNvSpPr/>
            <p:nvPr/>
          </p:nvSpPr>
          <p:spPr>
            <a:xfrm>
              <a:off x="1190625" y="4472975"/>
              <a:ext cx="384100" cy="153350"/>
            </a:xfrm>
            <a:custGeom>
              <a:avLst/>
              <a:gdLst/>
              <a:ahLst/>
              <a:cxnLst/>
              <a:rect l="l" t="t" r="r" b="b"/>
              <a:pathLst>
                <a:path w="15364" h="6134" extrusionOk="0">
                  <a:moveTo>
                    <a:pt x="0" y="1"/>
                  </a:moveTo>
                  <a:lnTo>
                    <a:pt x="0" y="6133"/>
                  </a:lnTo>
                  <a:lnTo>
                    <a:pt x="15364" y="6133"/>
                  </a:lnTo>
                  <a:lnTo>
                    <a:pt x="15364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" name="Google Shape;330;p31"/>
            <p:cNvSpPr/>
            <p:nvPr/>
          </p:nvSpPr>
          <p:spPr>
            <a:xfrm>
              <a:off x="1190625" y="4013050"/>
              <a:ext cx="384100" cy="153325"/>
            </a:xfrm>
            <a:custGeom>
              <a:avLst/>
              <a:gdLst/>
              <a:ahLst/>
              <a:cxnLst/>
              <a:rect l="l" t="t" r="r" b="b"/>
              <a:pathLst>
                <a:path w="15364" h="6133" extrusionOk="0">
                  <a:moveTo>
                    <a:pt x="0" y="0"/>
                  </a:moveTo>
                  <a:lnTo>
                    <a:pt x="0" y="6133"/>
                  </a:lnTo>
                  <a:lnTo>
                    <a:pt x="15364" y="6133"/>
                  </a:lnTo>
                  <a:lnTo>
                    <a:pt x="15364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" name="Google Shape;331;p31"/>
            <p:cNvSpPr/>
            <p:nvPr/>
          </p:nvSpPr>
          <p:spPr>
            <a:xfrm>
              <a:off x="1190625" y="3553100"/>
              <a:ext cx="384100" cy="154150"/>
            </a:xfrm>
            <a:custGeom>
              <a:avLst/>
              <a:gdLst/>
              <a:ahLst/>
              <a:cxnLst/>
              <a:rect l="l" t="t" r="r" b="b"/>
              <a:pathLst>
                <a:path w="15364" h="6166" extrusionOk="0">
                  <a:moveTo>
                    <a:pt x="0" y="1"/>
                  </a:moveTo>
                  <a:lnTo>
                    <a:pt x="0" y="6166"/>
                  </a:lnTo>
                  <a:lnTo>
                    <a:pt x="15364" y="6166"/>
                  </a:lnTo>
                  <a:lnTo>
                    <a:pt x="15364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" name="Google Shape;332;p31"/>
            <p:cNvSpPr/>
            <p:nvPr/>
          </p:nvSpPr>
          <p:spPr>
            <a:xfrm>
              <a:off x="1190625" y="3093975"/>
              <a:ext cx="384100" cy="153350"/>
            </a:xfrm>
            <a:custGeom>
              <a:avLst/>
              <a:gdLst/>
              <a:ahLst/>
              <a:cxnLst/>
              <a:rect l="l" t="t" r="r" b="b"/>
              <a:pathLst>
                <a:path w="15364" h="6134" extrusionOk="0">
                  <a:moveTo>
                    <a:pt x="0" y="1"/>
                  </a:moveTo>
                  <a:lnTo>
                    <a:pt x="0" y="6133"/>
                  </a:lnTo>
                  <a:lnTo>
                    <a:pt x="15364" y="6133"/>
                  </a:lnTo>
                  <a:lnTo>
                    <a:pt x="15364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0" name="Google Shape;333;p31"/>
            <p:cNvSpPr/>
            <p:nvPr/>
          </p:nvSpPr>
          <p:spPr>
            <a:xfrm>
              <a:off x="1190625" y="2634050"/>
              <a:ext cx="384100" cy="153325"/>
            </a:xfrm>
            <a:custGeom>
              <a:avLst/>
              <a:gdLst/>
              <a:ahLst/>
              <a:cxnLst/>
              <a:rect l="l" t="t" r="r" b="b"/>
              <a:pathLst>
                <a:path w="15364" h="6133" extrusionOk="0">
                  <a:moveTo>
                    <a:pt x="0" y="0"/>
                  </a:moveTo>
                  <a:lnTo>
                    <a:pt x="0" y="6133"/>
                  </a:lnTo>
                  <a:lnTo>
                    <a:pt x="15364" y="6133"/>
                  </a:lnTo>
                  <a:lnTo>
                    <a:pt x="15364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" name="Google Shape;334;p31"/>
            <p:cNvSpPr/>
            <p:nvPr/>
          </p:nvSpPr>
          <p:spPr>
            <a:xfrm>
              <a:off x="1190625" y="2174100"/>
              <a:ext cx="384100" cy="154150"/>
            </a:xfrm>
            <a:custGeom>
              <a:avLst/>
              <a:gdLst/>
              <a:ahLst/>
              <a:cxnLst/>
              <a:rect l="l" t="t" r="r" b="b"/>
              <a:pathLst>
                <a:path w="15364" h="6166" extrusionOk="0">
                  <a:moveTo>
                    <a:pt x="0" y="1"/>
                  </a:moveTo>
                  <a:lnTo>
                    <a:pt x="0" y="6166"/>
                  </a:lnTo>
                  <a:lnTo>
                    <a:pt x="15364" y="6166"/>
                  </a:lnTo>
                  <a:lnTo>
                    <a:pt x="15364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" name="Google Shape;335;p31"/>
            <p:cNvSpPr/>
            <p:nvPr/>
          </p:nvSpPr>
          <p:spPr>
            <a:xfrm>
              <a:off x="1190625" y="1714975"/>
              <a:ext cx="384100" cy="153350"/>
            </a:xfrm>
            <a:custGeom>
              <a:avLst/>
              <a:gdLst/>
              <a:ahLst/>
              <a:cxnLst/>
              <a:rect l="l" t="t" r="r" b="b"/>
              <a:pathLst>
                <a:path w="15364" h="6134" extrusionOk="0">
                  <a:moveTo>
                    <a:pt x="0" y="1"/>
                  </a:moveTo>
                  <a:lnTo>
                    <a:pt x="0" y="6133"/>
                  </a:lnTo>
                  <a:lnTo>
                    <a:pt x="15364" y="6133"/>
                  </a:lnTo>
                  <a:lnTo>
                    <a:pt x="15364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" name="Google Shape;336;p31"/>
            <p:cNvSpPr/>
            <p:nvPr/>
          </p:nvSpPr>
          <p:spPr>
            <a:xfrm>
              <a:off x="1190625" y="1255025"/>
              <a:ext cx="384100" cy="153350"/>
            </a:xfrm>
            <a:custGeom>
              <a:avLst/>
              <a:gdLst/>
              <a:ahLst/>
              <a:cxnLst/>
              <a:rect l="l" t="t" r="r" b="b"/>
              <a:pathLst>
                <a:path w="15364" h="6134" extrusionOk="0">
                  <a:moveTo>
                    <a:pt x="0" y="1"/>
                  </a:moveTo>
                  <a:lnTo>
                    <a:pt x="0" y="6134"/>
                  </a:lnTo>
                  <a:lnTo>
                    <a:pt x="15364" y="6134"/>
                  </a:lnTo>
                  <a:lnTo>
                    <a:pt x="15364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" name="Google Shape;337;p31"/>
            <p:cNvSpPr/>
            <p:nvPr/>
          </p:nvSpPr>
          <p:spPr>
            <a:xfrm>
              <a:off x="5329250" y="5073200"/>
              <a:ext cx="154150" cy="384125"/>
            </a:xfrm>
            <a:custGeom>
              <a:avLst/>
              <a:gdLst/>
              <a:ahLst/>
              <a:cxnLst/>
              <a:rect l="l" t="t" r="r" b="b"/>
              <a:pathLst>
                <a:path w="6166" h="15365" extrusionOk="0">
                  <a:moveTo>
                    <a:pt x="1" y="0"/>
                  </a:moveTo>
                  <a:lnTo>
                    <a:pt x="1" y="15364"/>
                  </a:lnTo>
                  <a:lnTo>
                    <a:pt x="6166" y="15364"/>
                  </a:lnTo>
                  <a:lnTo>
                    <a:pt x="6166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" name="Google Shape;338;p31"/>
            <p:cNvSpPr/>
            <p:nvPr/>
          </p:nvSpPr>
          <p:spPr>
            <a:xfrm>
              <a:off x="4870125" y="5073200"/>
              <a:ext cx="153350" cy="384125"/>
            </a:xfrm>
            <a:custGeom>
              <a:avLst/>
              <a:gdLst/>
              <a:ahLst/>
              <a:cxnLst/>
              <a:rect l="l" t="t" r="r" b="b"/>
              <a:pathLst>
                <a:path w="6134" h="15365" extrusionOk="0">
                  <a:moveTo>
                    <a:pt x="1" y="0"/>
                  </a:moveTo>
                  <a:lnTo>
                    <a:pt x="1" y="15364"/>
                  </a:lnTo>
                  <a:lnTo>
                    <a:pt x="6133" y="15364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" name="Google Shape;339;p31"/>
            <p:cNvSpPr/>
            <p:nvPr/>
          </p:nvSpPr>
          <p:spPr>
            <a:xfrm>
              <a:off x="4410200" y="5073200"/>
              <a:ext cx="153325" cy="384125"/>
            </a:xfrm>
            <a:custGeom>
              <a:avLst/>
              <a:gdLst/>
              <a:ahLst/>
              <a:cxnLst/>
              <a:rect l="l" t="t" r="r" b="b"/>
              <a:pathLst>
                <a:path w="6133" h="15365" extrusionOk="0">
                  <a:moveTo>
                    <a:pt x="0" y="0"/>
                  </a:moveTo>
                  <a:lnTo>
                    <a:pt x="0" y="15364"/>
                  </a:lnTo>
                  <a:lnTo>
                    <a:pt x="6133" y="15364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" name="Google Shape;340;p31"/>
            <p:cNvSpPr/>
            <p:nvPr/>
          </p:nvSpPr>
          <p:spPr>
            <a:xfrm>
              <a:off x="3950250" y="5073200"/>
              <a:ext cx="153350" cy="384125"/>
            </a:xfrm>
            <a:custGeom>
              <a:avLst/>
              <a:gdLst/>
              <a:ahLst/>
              <a:cxnLst/>
              <a:rect l="l" t="t" r="r" b="b"/>
              <a:pathLst>
                <a:path w="6134" h="15365" extrusionOk="0">
                  <a:moveTo>
                    <a:pt x="1" y="0"/>
                  </a:moveTo>
                  <a:lnTo>
                    <a:pt x="1" y="15364"/>
                  </a:lnTo>
                  <a:lnTo>
                    <a:pt x="6133" y="15364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" name="Google Shape;341;p31"/>
            <p:cNvSpPr/>
            <p:nvPr/>
          </p:nvSpPr>
          <p:spPr>
            <a:xfrm>
              <a:off x="3491125" y="5073200"/>
              <a:ext cx="153350" cy="384125"/>
            </a:xfrm>
            <a:custGeom>
              <a:avLst/>
              <a:gdLst/>
              <a:ahLst/>
              <a:cxnLst/>
              <a:rect l="l" t="t" r="r" b="b"/>
              <a:pathLst>
                <a:path w="6134" h="15365" extrusionOk="0">
                  <a:moveTo>
                    <a:pt x="1" y="0"/>
                  </a:moveTo>
                  <a:lnTo>
                    <a:pt x="1" y="15364"/>
                  </a:lnTo>
                  <a:lnTo>
                    <a:pt x="6133" y="15364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9" name="Google Shape;342;p31"/>
            <p:cNvSpPr/>
            <p:nvPr/>
          </p:nvSpPr>
          <p:spPr>
            <a:xfrm>
              <a:off x="3031200" y="5073200"/>
              <a:ext cx="153325" cy="384125"/>
            </a:xfrm>
            <a:custGeom>
              <a:avLst/>
              <a:gdLst/>
              <a:ahLst/>
              <a:cxnLst/>
              <a:rect l="l" t="t" r="r" b="b"/>
              <a:pathLst>
                <a:path w="6133" h="15365" extrusionOk="0">
                  <a:moveTo>
                    <a:pt x="0" y="0"/>
                  </a:moveTo>
                  <a:lnTo>
                    <a:pt x="0" y="15364"/>
                  </a:lnTo>
                  <a:lnTo>
                    <a:pt x="6133" y="15364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0" name="Google Shape;343;p31"/>
            <p:cNvSpPr/>
            <p:nvPr/>
          </p:nvSpPr>
          <p:spPr>
            <a:xfrm>
              <a:off x="2571250" y="5073200"/>
              <a:ext cx="153325" cy="384125"/>
            </a:xfrm>
            <a:custGeom>
              <a:avLst/>
              <a:gdLst/>
              <a:ahLst/>
              <a:cxnLst/>
              <a:rect l="l" t="t" r="r" b="b"/>
              <a:pathLst>
                <a:path w="6133" h="15365" extrusionOk="0">
                  <a:moveTo>
                    <a:pt x="0" y="0"/>
                  </a:moveTo>
                  <a:lnTo>
                    <a:pt x="0" y="15364"/>
                  </a:lnTo>
                  <a:lnTo>
                    <a:pt x="6133" y="15364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1" name="Google Shape;344;p31"/>
            <p:cNvSpPr/>
            <p:nvPr/>
          </p:nvSpPr>
          <p:spPr>
            <a:xfrm>
              <a:off x="2111300" y="5073200"/>
              <a:ext cx="154150" cy="384125"/>
            </a:xfrm>
            <a:custGeom>
              <a:avLst/>
              <a:gdLst/>
              <a:ahLst/>
              <a:cxnLst/>
              <a:rect l="l" t="t" r="r" b="b"/>
              <a:pathLst>
                <a:path w="6166" h="15365" extrusionOk="0">
                  <a:moveTo>
                    <a:pt x="1" y="0"/>
                  </a:moveTo>
                  <a:lnTo>
                    <a:pt x="1" y="15364"/>
                  </a:lnTo>
                  <a:lnTo>
                    <a:pt x="6166" y="15364"/>
                  </a:lnTo>
                  <a:lnTo>
                    <a:pt x="6166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2" name="Google Shape;345;p31"/>
            <p:cNvSpPr/>
            <p:nvPr/>
          </p:nvSpPr>
          <p:spPr>
            <a:xfrm>
              <a:off x="6025700" y="1158800"/>
              <a:ext cx="384125" cy="154150"/>
            </a:xfrm>
            <a:custGeom>
              <a:avLst/>
              <a:gdLst/>
              <a:ahLst/>
              <a:cxnLst/>
              <a:rect l="l" t="t" r="r" b="b"/>
              <a:pathLst>
                <a:path w="15365" h="6166" extrusionOk="0">
                  <a:moveTo>
                    <a:pt x="0" y="1"/>
                  </a:moveTo>
                  <a:lnTo>
                    <a:pt x="0" y="6166"/>
                  </a:lnTo>
                  <a:lnTo>
                    <a:pt x="15364" y="6166"/>
                  </a:lnTo>
                  <a:lnTo>
                    <a:pt x="15364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3" name="Google Shape;346;p31"/>
            <p:cNvSpPr/>
            <p:nvPr/>
          </p:nvSpPr>
          <p:spPr>
            <a:xfrm>
              <a:off x="6025700" y="1618750"/>
              <a:ext cx="384125" cy="153325"/>
            </a:xfrm>
            <a:custGeom>
              <a:avLst/>
              <a:gdLst/>
              <a:ahLst/>
              <a:cxnLst/>
              <a:rect l="l" t="t" r="r" b="b"/>
              <a:pathLst>
                <a:path w="15365" h="6133" extrusionOk="0">
                  <a:moveTo>
                    <a:pt x="0" y="0"/>
                  </a:moveTo>
                  <a:lnTo>
                    <a:pt x="0" y="6133"/>
                  </a:lnTo>
                  <a:lnTo>
                    <a:pt x="15364" y="6133"/>
                  </a:lnTo>
                  <a:lnTo>
                    <a:pt x="15364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4" name="Google Shape;347;p31"/>
            <p:cNvSpPr/>
            <p:nvPr/>
          </p:nvSpPr>
          <p:spPr>
            <a:xfrm>
              <a:off x="6025700" y="2078700"/>
              <a:ext cx="384125" cy="153325"/>
            </a:xfrm>
            <a:custGeom>
              <a:avLst/>
              <a:gdLst/>
              <a:ahLst/>
              <a:cxnLst/>
              <a:rect l="l" t="t" r="r" b="b"/>
              <a:pathLst>
                <a:path w="15365" h="6133" extrusionOk="0">
                  <a:moveTo>
                    <a:pt x="0" y="0"/>
                  </a:moveTo>
                  <a:lnTo>
                    <a:pt x="0" y="6133"/>
                  </a:lnTo>
                  <a:lnTo>
                    <a:pt x="15364" y="6133"/>
                  </a:lnTo>
                  <a:lnTo>
                    <a:pt x="15364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" name="Google Shape;348;p31"/>
            <p:cNvSpPr/>
            <p:nvPr/>
          </p:nvSpPr>
          <p:spPr>
            <a:xfrm>
              <a:off x="6025700" y="2538625"/>
              <a:ext cx="384125" cy="153350"/>
            </a:xfrm>
            <a:custGeom>
              <a:avLst/>
              <a:gdLst/>
              <a:ahLst/>
              <a:cxnLst/>
              <a:rect l="l" t="t" r="r" b="b"/>
              <a:pathLst>
                <a:path w="15365" h="6134" extrusionOk="0">
                  <a:moveTo>
                    <a:pt x="0" y="1"/>
                  </a:moveTo>
                  <a:lnTo>
                    <a:pt x="0" y="6133"/>
                  </a:lnTo>
                  <a:lnTo>
                    <a:pt x="15364" y="6133"/>
                  </a:lnTo>
                  <a:lnTo>
                    <a:pt x="15364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6" name="Google Shape;349;p31"/>
            <p:cNvSpPr/>
            <p:nvPr/>
          </p:nvSpPr>
          <p:spPr>
            <a:xfrm>
              <a:off x="6025700" y="2997750"/>
              <a:ext cx="384125" cy="153350"/>
            </a:xfrm>
            <a:custGeom>
              <a:avLst/>
              <a:gdLst/>
              <a:ahLst/>
              <a:cxnLst/>
              <a:rect l="l" t="t" r="r" b="b"/>
              <a:pathLst>
                <a:path w="15365" h="6134" extrusionOk="0">
                  <a:moveTo>
                    <a:pt x="0" y="1"/>
                  </a:moveTo>
                  <a:lnTo>
                    <a:pt x="0" y="6133"/>
                  </a:lnTo>
                  <a:lnTo>
                    <a:pt x="15364" y="6133"/>
                  </a:lnTo>
                  <a:lnTo>
                    <a:pt x="15364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7" name="Google Shape;350;p31"/>
            <p:cNvSpPr/>
            <p:nvPr/>
          </p:nvSpPr>
          <p:spPr>
            <a:xfrm>
              <a:off x="6025700" y="3457700"/>
              <a:ext cx="384125" cy="153325"/>
            </a:xfrm>
            <a:custGeom>
              <a:avLst/>
              <a:gdLst/>
              <a:ahLst/>
              <a:cxnLst/>
              <a:rect l="l" t="t" r="r" b="b"/>
              <a:pathLst>
                <a:path w="15365" h="6133" extrusionOk="0">
                  <a:moveTo>
                    <a:pt x="0" y="0"/>
                  </a:moveTo>
                  <a:lnTo>
                    <a:pt x="0" y="6133"/>
                  </a:lnTo>
                  <a:lnTo>
                    <a:pt x="15364" y="6133"/>
                  </a:lnTo>
                  <a:lnTo>
                    <a:pt x="15364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8" name="Google Shape;351;p31"/>
            <p:cNvSpPr/>
            <p:nvPr/>
          </p:nvSpPr>
          <p:spPr>
            <a:xfrm>
              <a:off x="6025700" y="3917625"/>
              <a:ext cx="384125" cy="153350"/>
            </a:xfrm>
            <a:custGeom>
              <a:avLst/>
              <a:gdLst/>
              <a:ahLst/>
              <a:cxnLst/>
              <a:rect l="l" t="t" r="r" b="b"/>
              <a:pathLst>
                <a:path w="15365" h="6134" extrusionOk="0">
                  <a:moveTo>
                    <a:pt x="0" y="1"/>
                  </a:moveTo>
                  <a:lnTo>
                    <a:pt x="0" y="6133"/>
                  </a:lnTo>
                  <a:lnTo>
                    <a:pt x="15364" y="6133"/>
                  </a:lnTo>
                  <a:lnTo>
                    <a:pt x="15364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9" name="Google Shape;352;p31"/>
            <p:cNvSpPr/>
            <p:nvPr/>
          </p:nvSpPr>
          <p:spPr>
            <a:xfrm>
              <a:off x="6025700" y="4376750"/>
              <a:ext cx="384125" cy="154150"/>
            </a:xfrm>
            <a:custGeom>
              <a:avLst/>
              <a:gdLst/>
              <a:ahLst/>
              <a:cxnLst/>
              <a:rect l="l" t="t" r="r" b="b"/>
              <a:pathLst>
                <a:path w="15365" h="6166" extrusionOk="0">
                  <a:moveTo>
                    <a:pt x="0" y="1"/>
                  </a:moveTo>
                  <a:lnTo>
                    <a:pt x="0" y="6166"/>
                  </a:lnTo>
                  <a:lnTo>
                    <a:pt x="15364" y="6166"/>
                  </a:lnTo>
                  <a:lnTo>
                    <a:pt x="15364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50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150 Flecha curvada hacia arriba"/>
          <p:cNvSpPr/>
          <p:nvPr/>
        </p:nvSpPr>
        <p:spPr>
          <a:xfrm>
            <a:off x="6466115" y="3614057"/>
            <a:ext cx="2699657" cy="1186543"/>
          </a:xfrm>
          <a:prstGeom prst="curvedUpArrow">
            <a:avLst/>
          </a:prstGeom>
          <a:solidFill>
            <a:srgbClr val="00B0F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52" name="151 Flecha curvada hacia arriba"/>
          <p:cNvSpPr/>
          <p:nvPr/>
        </p:nvSpPr>
        <p:spPr>
          <a:xfrm rot="10800000">
            <a:off x="6357255" y="2253342"/>
            <a:ext cx="2699657" cy="1186543"/>
          </a:xfrm>
          <a:prstGeom prst="curvedUpArrow">
            <a:avLst/>
          </a:prstGeom>
          <a:solidFill>
            <a:srgbClr val="00B0F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0"/>
          <p:cNvSpPr txBox="1">
            <a:spLocks noGrp="1"/>
          </p:cNvSpPr>
          <p:nvPr>
            <p:ph type="title"/>
          </p:nvPr>
        </p:nvSpPr>
        <p:spPr>
          <a:xfrm>
            <a:off x="234462" y="971850"/>
            <a:ext cx="4076163" cy="3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sz="4000" dirty="0"/>
              <a:t>Despliegue</a:t>
            </a:r>
            <a:endParaRPr sz="4000" dirty="0"/>
          </a:p>
        </p:txBody>
      </p:sp>
      <p:sp>
        <p:nvSpPr>
          <p:cNvPr id="175" name="Google Shape;175;p30"/>
          <p:cNvSpPr txBox="1">
            <a:spLocks noGrp="1"/>
          </p:cNvSpPr>
          <p:nvPr>
            <p:ph type="subTitle" idx="1"/>
          </p:nvPr>
        </p:nvSpPr>
        <p:spPr>
          <a:xfrm>
            <a:off x="4917750" y="3290549"/>
            <a:ext cx="3425700" cy="10917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46050" lvl="0" indent="0">
              <a:buSzPts val="1300"/>
            </a:pPr>
            <a:r>
              <a:rPr lang="es-ES" dirty="0"/>
              <a:t>-Analítica de datos </a:t>
            </a:r>
          </a:p>
          <a:p>
            <a:pPr marL="146050" indent="0">
              <a:buSzPts val="1300"/>
            </a:pPr>
            <a:r>
              <a:rPr lang="es-ES" dirty="0"/>
              <a:t> -DESPLIEGUE</a:t>
            </a:r>
          </a:p>
          <a:p>
            <a:pPr marL="146050" indent="0">
              <a:buSzPts val="1300"/>
            </a:pPr>
            <a:r>
              <a:rPr lang="es-ES" dirty="0"/>
              <a:t> </a:t>
            </a:r>
            <a:endParaRPr dirty="0"/>
          </a:p>
        </p:txBody>
      </p:sp>
      <p:sp>
        <p:nvSpPr>
          <p:cNvPr id="176" name="Google Shape;176;p30"/>
          <p:cNvSpPr txBox="1">
            <a:spLocks noGrp="1"/>
          </p:cNvSpPr>
          <p:nvPr>
            <p:ph type="title" idx="2"/>
          </p:nvPr>
        </p:nvSpPr>
        <p:spPr>
          <a:xfrm>
            <a:off x="4849170" y="1001125"/>
            <a:ext cx="2290184" cy="18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cxnSp>
        <p:nvCxnSpPr>
          <p:cNvPr id="177" name="Google Shape;177;p30"/>
          <p:cNvCxnSpPr/>
          <p:nvPr/>
        </p:nvCxnSpPr>
        <p:spPr>
          <a:xfrm rot="10800000" flipH="1">
            <a:off x="5001175" y="3111650"/>
            <a:ext cx="3425700" cy="21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6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PhD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</p:spTree>
    <p:extLst>
      <p:ext uri="{BB962C8B-B14F-4D97-AF65-F5344CB8AC3E}">
        <p14:creationId xmlns:p14="http://schemas.microsoft.com/office/powerpoint/2010/main" val="21088904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3701" y="662222"/>
            <a:ext cx="6249833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DASHBOARD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CARGA Y PROCESAMIENTO DE DATOS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>
            <a:cxnSpLocks/>
          </p:cNvCxnSpPr>
          <p:nvPr/>
        </p:nvCxnSpPr>
        <p:spPr>
          <a:xfrm flipH="1">
            <a:off x="373702" y="794845"/>
            <a:ext cx="1" cy="78777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8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2" descr="La importancia de un proceso ETL en el Business Intelligence - Algoritmia">
            <a:extLst>
              <a:ext uri="{FF2B5EF4-FFF2-40B4-BE49-F238E27FC236}">
                <a16:creationId xmlns:a16="http://schemas.microsoft.com/office/drawing/2014/main" id="{2504ED96-EB9B-B5FD-68E1-02307241FD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8107" y="1726135"/>
            <a:ext cx="5427785" cy="3053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56605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1BD4776B-BA87-EC1C-D3DD-052937A9E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14650734-A15E-F665-3512-7B9D8E9AEB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A348C3B9-C58A-665B-CDDB-976229FB736B}"/>
              </a:ext>
            </a:extLst>
          </p:cNvPr>
          <p:cNvSpPr txBox="1">
            <a:spLocks/>
          </p:cNvSpPr>
          <p:nvPr/>
        </p:nvSpPr>
        <p:spPr>
          <a:xfrm>
            <a:off x="373702" y="494095"/>
            <a:ext cx="6249833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DASHBOARD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DESPLIEGE DEL FRAME INICIAL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BF221CEB-DABF-68B7-E7D3-E7B3CFCEB98D}"/>
              </a:ext>
            </a:extLst>
          </p:cNvPr>
          <p:cNvCxnSpPr>
            <a:cxnSpLocks/>
          </p:cNvCxnSpPr>
          <p:nvPr/>
        </p:nvCxnSpPr>
        <p:spPr>
          <a:xfrm flipH="1">
            <a:off x="373702" y="648418"/>
            <a:ext cx="1" cy="78777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8" name="Google Shape;136;p27">
            <a:extLst>
              <a:ext uri="{FF2B5EF4-FFF2-40B4-BE49-F238E27FC236}">
                <a16:creationId xmlns:a16="http://schemas.microsoft.com/office/drawing/2014/main" id="{B34CC481-8177-C529-52E1-EC64F94E30DD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ED9EBCA-6863-5AE1-A466-2439BF5F4E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6400" y="1613732"/>
            <a:ext cx="5908432" cy="3194232"/>
          </a:xfrm>
          <a:prstGeom prst="rect">
            <a:avLst/>
          </a:prstGeom>
        </p:spPr>
      </p:pic>
      <p:sp>
        <p:nvSpPr>
          <p:cNvPr id="5" name="Elipse 4">
            <a:extLst>
              <a:ext uri="{FF2B5EF4-FFF2-40B4-BE49-F238E27FC236}">
                <a16:creationId xmlns:a16="http://schemas.microsoft.com/office/drawing/2014/main" id="{0D91C880-C167-CFDD-9F37-2755587C2C0D}"/>
              </a:ext>
            </a:extLst>
          </p:cNvPr>
          <p:cNvSpPr/>
          <p:nvPr/>
        </p:nvSpPr>
        <p:spPr>
          <a:xfrm>
            <a:off x="2110154" y="1699798"/>
            <a:ext cx="844061" cy="26379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E43DDF1B-1970-2107-B6DF-B111B8A2A2AD}"/>
              </a:ext>
            </a:extLst>
          </p:cNvPr>
          <p:cNvCxnSpPr>
            <a:cxnSpLocks/>
          </p:cNvCxnSpPr>
          <p:nvPr/>
        </p:nvCxnSpPr>
        <p:spPr>
          <a:xfrm flipH="1">
            <a:off x="1348154" y="1963592"/>
            <a:ext cx="762000" cy="608158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1CD443C5-A44D-119E-220A-6D092F2075A3}"/>
              </a:ext>
            </a:extLst>
          </p:cNvPr>
          <p:cNvSpPr txBox="1"/>
          <p:nvPr/>
        </p:nvSpPr>
        <p:spPr>
          <a:xfrm>
            <a:off x="76200" y="2686570"/>
            <a:ext cx="1652954" cy="523220"/>
          </a:xfrm>
          <a:prstGeom prst="rect">
            <a:avLst/>
          </a:prstGeom>
          <a:solidFill>
            <a:schemeClr val="bg1">
              <a:lumMod val="60000"/>
              <a:lumOff val="40000"/>
            </a:schemeClr>
          </a:solidFill>
          <a:ln w="222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URL del localhost</a:t>
            </a:r>
            <a:endParaRPr lang="es-MX" b="1" dirty="0"/>
          </a:p>
        </p:txBody>
      </p:sp>
    </p:spTree>
    <p:extLst>
      <p:ext uri="{BB962C8B-B14F-4D97-AF65-F5344CB8AC3E}">
        <p14:creationId xmlns:p14="http://schemas.microsoft.com/office/powerpoint/2010/main" val="18669337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114B454A-2D90-CF4B-500A-547B6DCC4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FAE0853-4092-BAE5-BCCF-EABE0008FE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8540" y="1509282"/>
            <a:ext cx="6783358" cy="3326102"/>
          </a:xfrm>
          <a:prstGeom prst="rect">
            <a:avLst/>
          </a:prstGeom>
        </p:spPr>
      </p:pic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3A31AC6C-FA62-7483-3762-C845D87515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E61C1AD4-D6DB-B460-9ECA-86E49F3A89EB}"/>
              </a:ext>
            </a:extLst>
          </p:cNvPr>
          <p:cNvSpPr txBox="1">
            <a:spLocks/>
          </p:cNvSpPr>
          <p:nvPr/>
        </p:nvSpPr>
        <p:spPr>
          <a:xfrm>
            <a:off x="373702" y="466956"/>
            <a:ext cx="6249833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DASHBOARD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SIDEBAR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11B81253-EF03-CB51-F40A-34EB896ECB5E}"/>
              </a:ext>
            </a:extLst>
          </p:cNvPr>
          <p:cNvCxnSpPr>
            <a:cxnSpLocks/>
          </p:cNvCxnSpPr>
          <p:nvPr/>
        </p:nvCxnSpPr>
        <p:spPr>
          <a:xfrm flipH="1">
            <a:off x="373702" y="645771"/>
            <a:ext cx="1" cy="78777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8" name="Google Shape;136;p27">
            <a:extLst>
              <a:ext uri="{FF2B5EF4-FFF2-40B4-BE49-F238E27FC236}">
                <a16:creationId xmlns:a16="http://schemas.microsoft.com/office/drawing/2014/main" id="{DD037882-F812-3EE5-F770-93D936CA4259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A038837C-82B1-2904-EE32-9370BDE7E857}"/>
              </a:ext>
            </a:extLst>
          </p:cNvPr>
          <p:cNvCxnSpPr>
            <a:cxnSpLocks/>
          </p:cNvCxnSpPr>
          <p:nvPr/>
        </p:nvCxnSpPr>
        <p:spPr>
          <a:xfrm>
            <a:off x="3574818" y="2436603"/>
            <a:ext cx="2168769" cy="105750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4F9EB868-09F4-B171-4226-A9079AC512D2}"/>
              </a:ext>
            </a:extLst>
          </p:cNvPr>
          <p:cNvSpPr txBox="1"/>
          <p:nvPr/>
        </p:nvSpPr>
        <p:spPr>
          <a:xfrm>
            <a:off x="5206575" y="3655952"/>
            <a:ext cx="1652954" cy="307777"/>
          </a:xfrm>
          <a:prstGeom prst="rect">
            <a:avLst/>
          </a:prstGeom>
          <a:solidFill>
            <a:schemeClr val="bg1">
              <a:lumMod val="60000"/>
              <a:lumOff val="40000"/>
            </a:schemeClr>
          </a:solidFill>
          <a:ln w="222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SIDEBAR</a:t>
            </a:r>
            <a:endParaRPr lang="es-MX" b="1" dirty="0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84764792-4FA8-A6BE-BE0D-55A4288EE3D3}"/>
              </a:ext>
            </a:extLst>
          </p:cNvPr>
          <p:cNvSpPr/>
          <p:nvPr/>
        </p:nvSpPr>
        <p:spPr>
          <a:xfrm>
            <a:off x="2068540" y="2121877"/>
            <a:ext cx="838783" cy="27029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39BBEF1F-73E2-FB04-1C0D-3E0691F527DE}"/>
              </a:ext>
            </a:extLst>
          </p:cNvPr>
          <p:cNvCxnSpPr>
            <a:cxnSpLocks/>
          </p:cNvCxnSpPr>
          <p:nvPr/>
        </p:nvCxnSpPr>
        <p:spPr>
          <a:xfrm flipH="1" flipV="1">
            <a:off x="1594338" y="2053883"/>
            <a:ext cx="392141" cy="178465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25016B84-C873-9DBA-9FC8-F9F99798664D}"/>
              </a:ext>
            </a:extLst>
          </p:cNvPr>
          <p:cNvSpPr txBox="1"/>
          <p:nvPr/>
        </p:nvSpPr>
        <p:spPr>
          <a:xfrm>
            <a:off x="427001" y="1870507"/>
            <a:ext cx="1093468" cy="307777"/>
          </a:xfrm>
          <a:prstGeom prst="rect">
            <a:avLst/>
          </a:prstGeom>
          <a:solidFill>
            <a:schemeClr val="bg1">
              <a:lumMod val="60000"/>
              <a:lumOff val="40000"/>
            </a:schemeClr>
          </a:solidFill>
          <a:ln w="222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TITLE</a:t>
            </a:r>
            <a:endParaRPr lang="es-MX" b="1" dirty="0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A82B9E75-48E7-F3B6-4402-475C6930E429}"/>
              </a:ext>
            </a:extLst>
          </p:cNvPr>
          <p:cNvSpPr/>
          <p:nvPr/>
        </p:nvSpPr>
        <p:spPr>
          <a:xfrm>
            <a:off x="2068540" y="2460049"/>
            <a:ext cx="510537" cy="22732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F7D5B09C-2FF9-49EE-74C0-C8F55EE81F42}"/>
              </a:ext>
            </a:extLst>
          </p:cNvPr>
          <p:cNvCxnSpPr>
            <a:cxnSpLocks/>
          </p:cNvCxnSpPr>
          <p:nvPr/>
        </p:nvCxnSpPr>
        <p:spPr>
          <a:xfrm flipH="1">
            <a:off x="1594338" y="2571750"/>
            <a:ext cx="406503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uadroTexto 23">
            <a:extLst>
              <a:ext uri="{FF2B5EF4-FFF2-40B4-BE49-F238E27FC236}">
                <a16:creationId xmlns:a16="http://schemas.microsoft.com/office/drawing/2014/main" id="{408EBE95-A63F-844D-C750-8EAC09D1D922}"/>
              </a:ext>
            </a:extLst>
          </p:cNvPr>
          <p:cNvSpPr txBox="1"/>
          <p:nvPr/>
        </p:nvSpPr>
        <p:spPr>
          <a:xfrm>
            <a:off x="408680" y="2392172"/>
            <a:ext cx="1093468" cy="307777"/>
          </a:xfrm>
          <a:prstGeom prst="rect">
            <a:avLst/>
          </a:prstGeom>
          <a:solidFill>
            <a:schemeClr val="bg1">
              <a:lumMod val="60000"/>
              <a:lumOff val="40000"/>
            </a:schemeClr>
          </a:solidFill>
          <a:ln w="222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HEADER</a:t>
            </a:r>
            <a:endParaRPr lang="es-MX" b="1" dirty="0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50B76EE7-ECD6-38C4-EC25-D135BD88F4DC}"/>
              </a:ext>
            </a:extLst>
          </p:cNvPr>
          <p:cNvSpPr/>
          <p:nvPr/>
        </p:nvSpPr>
        <p:spPr>
          <a:xfrm>
            <a:off x="2068540" y="2722710"/>
            <a:ext cx="838783" cy="22732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C36590D2-274A-D924-9510-F32A35161418}"/>
              </a:ext>
            </a:extLst>
          </p:cNvPr>
          <p:cNvCxnSpPr>
            <a:cxnSpLocks/>
          </p:cNvCxnSpPr>
          <p:nvPr/>
        </p:nvCxnSpPr>
        <p:spPr>
          <a:xfrm flipH="1">
            <a:off x="1582092" y="2864827"/>
            <a:ext cx="418749" cy="27073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uadroTexto 27">
            <a:extLst>
              <a:ext uri="{FF2B5EF4-FFF2-40B4-BE49-F238E27FC236}">
                <a16:creationId xmlns:a16="http://schemas.microsoft.com/office/drawing/2014/main" id="{C4A7836E-0699-FF15-C61C-FCB6D9522FE2}"/>
              </a:ext>
            </a:extLst>
          </p:cNvPr>
          <p:cNvSpPr txBox="1"/>
          <p:nvPr/>
        </p:nvSpPr>
        <p:spPr>
          <a:xfrm>
            <a:off x="408680" y="2892965"/>
            <a:ext cx="1093468" cy="523220"/>
          </a:xfrm>
          <a:prstGeom prst="rect">
            <a:avLst/>
          </a:prstGeom>
          <a:solidFill>
            <a:schemeClr val="bg1">
              <a:lumMod val="60000"/>
              <a:lumOff val="40000"/>
            </a:schemeClr>
          </a:solidFill>
          <a:ln w="222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SUB- HEADER</a:t>
            </a:r>
            <a:endParaRPr lang="es-MX" b="1" dirty="0"/>
          </a:p>
        </p:txBody>
      </p:sp>
    </p:spTree>
    <p:extLst>
      <p:ext uri="{BB962C8B-B14F-4D97-AF65-F5344CB8AC3E}">
        <p14:creationId xmlns:p14="http://schemas.microsoft.com/office/powerpoint/2010/main" val="29862931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ADBFD1B2-E860-BEF7-2D7F-16582D94B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53A1F9E1-5DB0-18EC-6E92-7322EA1ACC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2308" y="1499824"/>
            <a:ext cx="6517135" cy="3190942"/>
          </a:xfrm>
          <a:prstGeom prst="rect">
            <a:avLst/>
          </a:prstGeom>
        </p:spPr>
      </p:pic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5D5E641A-54DC-974F-2B7A-D1C70D0C5B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21234CC6-82F5-14D8-F527-7A29FC1FCA7C}"/>
              </a:ext>
            </a:extLst>
          </p:cNvPr>
          <p:cNvSpPr txBox="1">
            <a:spLocks/>
          </p:cNvSpPr>
          <p:nvPr/>
        </p:nvSpPr>
        <p:spPr>
          <a:xfrm>
            <a:off x="373702" y="466956"/>
            <a:ext cx="6249833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DASHBOARD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FRAME PRINCIPAL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982BCEF1-1990-198B-58EB-438972400E20}"/>
              </a:ext>
            </a:extLst>
          </p:cNvPr>
          <p:cNvCxnSpPr>
            <a:cxnSpLocks/>
          </p:cNvCxnSpPr>
          <p:nvPr/>
        </p:nvCxnSpPr>
        <p:spPr>
          <a:xfrm flipH="1">
            <a:off x="373702" y="645771"/>
            <a:ext cx="1" cy="78777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8" name="Google Shape;136;p27">
            <a:extLst>
              <a:ext uri="{FF2B5EF4-FFF2-40B4-BE49-F238E27FC236}">
                <a16:creationId xmlns:a16="http://schemas.microsoft.com/office/drawing/2014/main" id="{41B6E8F3-0671-F75D-D930-51F0E7755F5D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031E1D7B-3BDB-EBCB-99A7-7478316A1392}"/>
              </a:ext>
            </a:extLst>
          </p:cNvPr>
          <p:cNvCxnSpPr>
            <a:cxnSpLocks/>
          </p:cNvCxnSpPr>
          <p:nvPr/>
        </p:nvCxnSpPr>
        <p:spPr>
          <a:xfrm flipH="1">
            <a:off x="1934308" y="3759439"/>
            <a:ext cx="1770184" cy="655495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8FFE386F-FA65-9E4D-DD37-84A41FC88A58}"/>
              </a:ext>
            </a:extLst>
          </p:cNvPr>
          <p:cNvSpPr txBox="1"/>
          <p:nvPr/>
        </p:nvSpPr>
        <p:spPr>
          <a:xfrm>
            <a:off x="145235" y="4153324"/>
            <a:ext cx="1652954" cy="523220"/>
          </a:xfrm>
          <a:prstGeom prst="rect">
            <a:avLst/>
          </a:prstGeom>
          <a:solidFill>
            <a:schemeClr val="bg1">
              <a:lumMod val="60000"/>
              <a:lumOff val="40000"/>
            </a:schemeClr>
          </a:solidFill>
          <a:ln w="222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FRAME PRINCIPAL</a:t>
            </a:r>
            <a:endParaRPr lang="es-MX" b="1" dirty="0"/>
          </a:p>
        </p:txBody>
      </p:sp>
    </p:spTree>
    <p:extLst>
      <p:ext uri="{BB962C8B-B14F-4D97-AF65-F5344CB8AC3E}">
        <p14:creationId xmlns:p14="http://schemas.microsoft.com/office/powerpoint/2010/main" val="12893650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7DAFE3B8-A5A4-CAA7-FCA7-434F3A546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5CB8A191-74C5-5D94-1251-4EDF9733F8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700" y="1561025"/>
            <a:ext cx="7554600" cy="3125104"/>
          </a:xfrm>
          <a:prstGeom prst="rect">
            <a:avLst/>
          </a:prstGeom>
        </p:spPr>
      </p:pic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BC22BD4D-C74C-4D7A-B7EE-B4DFE4E70D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DC315ADD-6B9C-757C-5AE2-9B1D2F1518EC}"/>
              </a:ext>
            </a:extLst>
          </p:cNvPr>
          <p:cNvSpPr txBox="1">
            <a:spLocks/>
          </p:cNvSpPr>
          <p:nvPr/>
        </p:nvSpPr>
        <p:spPr>
          <a:xfrm>
            <a:off x="373702" y="466956"/>
            <a:ext cx="6249833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DASHBOARD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WIDGETS – SELECT BOX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ACCB468A-F0CF-DC63-FC18-278D4AAFEAE4}"/>
              </a:ext>
            </a:extLst>
          </p:cNvPr>
          <p:cNvCxnSpPr>
            <a:cxnSpLocks/>
          </p:cNvCxnSpPr>
          <p:nvPr/>
        </p:nvCxnSpPr>
        <p:spPr>
          <a:xfrm flipH="1">
            <a:off x="373702" y="645771"/>
            <a:ext cx="1" cy="78777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8" name="Google Shape;136;p27">
            <a:extLst>
              <a:ext uri="{FF2B5EF4-FFF2-40B4-BE49-F238E27FC236}">
                <a16:creationId xmlns:a16="http://schemas.microsoft.com/office/drawing/2014/main" id="{5786A5FA-43FA-57BC-7443-631B007A0C67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7F3B08F5-1C8A-01B4-CCD4-6A6DA270CBDC}"/>
              </a:ext>
            </a:extLst>
          </p:cNvPr>
          <p:cNvCxnSpPr>
            <a:cxnSpLocks/>
          </p:cNvCxnSpPr>
          <p:nvPr/>
        </p:nvCxnSpPr>
        <p:spPr>
          <a:xfrm>
            <a:off x="2284471" y="3123577"/>
            <a:ext cx="2168769" cy="105750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B1EF7117-3043-53A5-61A9-87F926E4983E}"/>
              </a:ext>
            </a:extLst>
          </p:cNvPr>
          <p:cNvSpPr txBox="1"/>
          <p:nvPr/>
        </p:nvSpPr>
        <p:spPr>
          <a:xfrm>
            <a:off x="3745523" y="4281237"/>
            <a:ext cx="1652954" cy="523220"/>
          </a:xfrm>
          <a:prstGeom prst="rect">
            <a:avLst/>
          </a:prstGeom>
          <a:solidFill>
            <a:schemeClr val="bg1">
              <a:lumMod val="60000"/>
              <a:lumOff val="40000"/>
            </a:schemeClr>
          </a:solidFill>
          <a:ln w="222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MÚLTIPLES OPCIONES</a:t>
            </a:r>
            <a:endParaRPr lang="es-MX" b="1" dirty="0"/>
          </a:p>
        </p:txBody>
      </p:sp>
    </p:spTree>
    <p:extLst>
      <p:ext uri="{BB962C8B-B14F-4D97-AF65-F5344CB8AC3E}">
        <p14:creationId xmlns:p14="http://schemas.microsoft.com/office/powerpoint/2010/main" val="33374617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3FD4D285-46C5-3332-7529-356A58211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A4E5383B-611B-4F86-9840-53057C825A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711F1CC2-FA55-9790-8511-C2A4903A5272}"/>
              </a:ext>
            </a:extLst>
          </p:cNvPr>
          <p:cNvSpPr txBox="1">
            <a:spLocks/>
          </p:cNvSpPr>
          <p:nvPr/>
        </p:nvSpPr>
        <p:spPr>
          <a:xfrm>
            <a:off x="373702" y="466956"/>
            <a:ext cx="6249833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DASHBOARD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WIDGETS – </a:t>
            </a:r>
            <a:r>
              <a:rPr lang="en-U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CHECK</a:t>
            </a: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BOX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F5B6B7DC-5BD6-F26F-4C43-E8F60F99CF71}"/>
              </a:ext>
            </a:extLst>
          </p:cNvPr>
          <p:cNvCxnSpPr>
            <a:cxnSpLocks/>
          </p:cNvCxnSpPr>
          <p:nvPr/>
        </p:nvCxnSpPr>
        <p:spPr>
          <a:xfrm flipH="1">
            <a:off x="373702" y="645771"/>
            <a:ext cx="1" cy="78777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6" name="Imagen 5">
            <a:extLst>
              <a:ext uri="{FF2B5EF4-FFF2-40B4-BE49-F238E27FC236}">
                <a16:creationId xmlns:a16="http://schemas.microsoft.com/office/drawing/2014/main" id="{40DCE0A5-1DC4-9888-8615-A5D9002014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1325" y="1579120"/>
            <a:ext cx="4144005" cy="2162653"/>
          </a:xfrm>
          <a:prstGeom prst="rect">
            <a:avLst/>
          </a:prstGeom>
        </p:spPr>
      </p:pic>
      <p:sp>
        <p:nvSpPr>
          <p:cNvPr id="8" name="Google Shape;136;p27">
            <a:extLst>
              <a:ext uri="{FF2B5EF4-FFF2-40B4-BE49-F238E27FC236}">
                <a16:creationId xmlns:a16="http://schemas.microsoft.com/office/drawing/2014/main" id="{31FACB4E-CBC6-A52F-1309-71DA90043B7F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20FA7A61-043A-BAED-9453-770BE7CF6B9A}"/>
              </a:ext>
            </a:extLst>
          </p:cNvPr>
          <p:cNvCxnSpPr>
            <a:cxnSpLocks/>
          </p:cNvCxnSpPr>
          <p:nvPr/>
        </p:nvCxnSpPr>
        <p:spPr>
          <a:xfrm>
            <a:off x="2661138" y="3161982"/>
            <a:ext cx="2168769" cy="105750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56CE4860-A48F-F257-933C-603505A14AD8}"/>
              </a:ext>
            </a:extLst>
          </p:cNvPr>
          <p:cNvSpPr txBox="1"/>
          <p:nvPr/>
        </p:nvSpPr>
        <p:spPr>
          <a:xfrm>
            <a:off x="4380098" y="4312164"/>
            <a:ext cx="1652954" cy="523220"/>
          </a:xfrm>
          <a:prstGeom prst="rect">
            <a:avLst/>
          </a:prstGeom>
          <a:solidFill>
            <a:schemeClr val="bg1">
              <a:lumMod val="60000"/>
              <a:lumOff val="40000"/>
            </a:schemeClr>
          </a:solidFill>
          <a:ln w="222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CUADRO DE SELECCIÓN </a:t>
            </a:r>
            <a:endParaRPr lang="es-MX" b="1" dirty="0"/>
          </a:p>
        </p:txBody>
      </p:sp>
    </p:spTree>
    <p:extLst>
      <p:ext uri="{BB962C8B-B14F-4D97-AF65-F5344CB8AC3E}">
        <p14:creationId xmlns:p14="http://schemas.microsoft.com/office/powerpoint/2010/main" val="17597473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90EE9DCE-A4EC-FAAA-456B-4A223F881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1FA95F6-F1A6-FF0D-6F66-59E312C4A7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3350" y="1549074"/>
            <a:ext cx="3352799" cy="3103675"/>
          </a:xfrm>
          <a:prstGeom prst="rect">
            <a:avLst/>
          </a:prstGeom>
        </p:spPr>
      </p:pic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785DB77A-40C8-61D9-C539-323BCCF082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8EC96F23-DE21-7CDD-51FD-65261189DC29}"/>
              </a:ext>
            </a:extLst>
          </p:cNvPr>
          <p:cNvSpPr txBox="1">
            <a:spLocks/>
          </p:cNvSpPr>
          <p:nvPr/>
        </p:nvSpPr>
        <p:spPr>
          <a:xfrm>
            <a:off x="373702" y="466956"/>
            <a:ext cx="6249833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DASHBOARD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WIDGETS –  BOX MULTISELECT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6561EDB0-D120-500C-3D41-D302FB232C2E}"/>
              </a:ext>
            </a:extLst>
          </p:cNvPr>
          <p:cNvCxnSpPr>
            <a:cxnSpLocks/>
          </p:cNvCxnSpPr>
          <p:nvPr/>
        </p:nvCxnSpPr>
        <p:spPr>
          <a:xfrm flipH="1">
            <a:off x="373702" y="645771"/>
            <a:ext cx="1" cy="78777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8" name="Google Shape;136;p27">
            <a:extLst>
              <a:ext uri="{FF2B5EF4-FFF2-40B4-BE49-F238E27FC236}">
                <a16:creationId xmlns:a16="http://schemas.microsoft.com/office/drawing/2014/main" id="{71D55467-FA28-2CD0-B3AB-79BC28105F5B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E8124A75-52D5-909E-12FD-EA0C7C399E64}"/>
              </a:ext>
            </a:extLst>
          </p:cNvPr>
          <p:cNvCxnSpPr>
            <a:cxnSpLocks/>
          </p:cNvCxnSpPr>
          <p:nvPr/>
        </p:nvCxnSpPr>
        <p:spPr>
          <a:xfrm>
            <a:off x="4948667" y="2572161"/>
            <a:ext cx="2168769" cy="105750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FB06DF80-1CAF-06CD-E3B2-B291DC8C581F}"/>
              </a:ext>
            </a:extLst>
          </p:cNvPr>
          <p:cNvSpPr txBox="1"/>
          <p:nvPr/>
        </p:nvSpPr>
        <p:spPr>
          <a:xfrm>
            <a:off x="6615998" y="3714564"/>
            <a:ext cx="1652954" cy="738664"/>
          </a:xfrm>
          <a:prstGeom prst="rect">
            <a:avLst/>
          </a:prstGeom>
          <a:solidFill>
            <a:schemeClr val="bg1">
              <a:lumMod val="60000"/>
              <a:lumOff val="40000"/>
            </a:schemeClr>
          </a:solidFill>
          <a:ln w="222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CUADRO DE SELECCIÓN MÚLTIPLE </a:t>
            </a:r>
            <a:endParaRPr lang="es-MX" b="1" dirty="0"/>
          </a:p>
        </p:txBody>
      </p:sp>
    </p:spTree>
    <p:extLst>
      <p:ext uri="{BB962C8B-B14F-4D97-AF65-F5344CB8AC3E}">
        <p14:creationId xmlns:p14="http://schemas.microsoft.com/office/powerpoint/2010/main" val="32843307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9BCB8EF1-F307-CBA2-315D-0BC7F3807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237A1A3B-4199-048D-195F-79464F8365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6564" y="1774653"/>
            <a:ext cx="4333073" cy="2309243"/>
          </a:xfrm>
          <a:prstGeom prst="rect">
            <a:avLst/>
          </a:prstGeom>
        </p:spPr>
      </p:pic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AB378F40-897D-6521-445D-D6DEBB543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B88A1B32-10D7-8251-32B1-1C779314501D}"/>
              </a:ext>
            </a:extLst>
          </p:cNvPr>
          <p:cNvSpPr txBox="1">
            <a:spLocks/>
          </p:cNvSpPr>
          <p:nvPr/>
        </p:nvSpPr>
        <p:spPr>
          <a:xfrm>
            <a:off x="373702" y="466956"/>
            <a:ext cx="6249833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DASHBOARD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WIDGETS –  BUTTON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B83FF7E3-8861-C64B-21DB-F270C5A4F112}"/>
              </a:ext>
            </a:extLst>
          </p:cNvPr>
          <p:cNvCxnSpPr>
            <a:cxnSpLocks/>
          </p:cNvCxnSpPr>
          <p:nvPr/>
        </p:nvCxnSpPr>
        <p:spPr>
          <a:xfrm flipH="1">
            <a:off x="373702" y="645771"/>
            <a:ext cx="1" cy="78777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8" name="Google Shape;136;p27">
            <a:extLst>
              <a:ext uri="{FF2B5EF4-FFF2-40B4-BE49-F238E27FC236}">
                <a16:creationId xmlns:a16="http://schemas.microsoft.com/office/drawing/2014/main" id="{9F2E0585-7B82-5DAD-F8C4-C75456E334D9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908B7464-77AA-5BA0-579A-2127A9D99079}"/>
              </a:ext>
            </a:extLst>
          </p:cNvPr>
          <p:cNvCxnSpPr>
            <a:cxnSpLocks/>
          </p:cNvCxnSpPr>
          <p:nvPr/>
        </p:nvCxnSpPr>
        <p:spPr>
          <a:xfrm>
            <a:off x="4948667" y="3381407"/>
            <a:ext cx="2168769" cy="105750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45195BAE-9B06-1BB2-6788-CB04BC6268D3}"/>
              </a:ext>
            </a:extLst>
          </p:cNvPr>
          <p:cNvSpPr txBox="1"/>
          <p:nvPr/>
        </p:nvSpPr>
        <p:spPr>
          <a:xfrm>
            <a:off x="7198944" y="4096720"/>
            <a:ext cx="1652954" cy="738664"/>
          </a:xfrm>
          <a:prstGeom prst="rect">
            <a:avLst/>
          </a:prstGeom>
          <a:solidFill>
            <a:schemeClr val="bg1">
              <a:lumMod val="60000"/>
              <a:lumOff val="40000"/>
            </a:schemeClr>
          </a:solidFill>
          <a:ln w="222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BOTÓN DE ACTIVACIÓN DE FUNCIÓN</a:t>
            </a:r>
            <a:endParaRPr lang="es-MX" b="1" dirty="0"/>
          </a:p>
        </p:txBody>
      </p:sp>
    </p:spTree>
    <p:extLst>
      <p:ext uri="{BB962C8B-B14F-4D97-AF65-F5344CB8AC3E}">
        <p14:creationId xmlns:p14="http://schemas.microsoft.com/office/powerpoint/2010/main" val="19490688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09EAC924-D48E-FACA-92BC-1CAAF5C79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132F0117-A665-E40A-D676-B5F0372264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E51AC564-56DC-EC50-B023-5EA3C53D5140}"/>
              </a:ext>
            </a:extLst>
          </p:cNvPr>
          <p:cNvSpPr txBox="1">
            <a:spLocks/>
          </p:cNvSpPr>
          <p:nvPr/>
        </p:nvSpPr>
        <p:spPr>
          <a:xfrm>
            <a:off x="373702" y="466956"/>
            <a:ext cx="6249833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DASHBOARD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GRAFICOS –  LINE PLOT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4A5BEFA2-E0CF-D4B6-880B-86D302893478}"/>
              </a:ext>
            </a:extLst>
          </p:cNvPr>
          <p:cNvCxnSpPr>
            <a:cxnSpLocks/>
          </p:cNvCxnSpPr>
          <p:nvPr/>
        </p:nvCxnSpPr>
        <p:spPr>
          <a:xfrm flipH="1">
            <a:off x="373702" y="645771"/>
            <a:ext cx="1" cy="78777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8" name="Google Shape;136;p27">
            <a:extLst>
              <a:ext uri="{FF2B5EF4-FFF2-40B4-BE49-F238E27FC236}">
                <a16:creationId xmlns:a16="http://schemas.microsoft.com/office/drawing/2014/main" id="{3036D5A8-189C-AB6B-9A34-BE4A3F1EEDFE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7179A40-CD06-2622-5510-9EAD460A43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477" y="1432405"/>
            <a:ext cx="7491046" cy="3402979"/>
          </a:xfrm>
          <a:prstGeom prst="rect">
            <a:avLst/>
          </a:prstGeom>
        </p:spPr>
      </p:pic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016E9E80-2FB8-77C8-0E04-ABFD9C8AF62F}"/>
              </a:ext>
            </a:extLst>
          </p:cNvPr>
          <p:cNvCxnSpPr>
            <a:cxnSpLocks/>
          </p:cNvCxnSpPr>
          <p:nvPr/>
        </p:nvCxnSpPr>
        <p:spPr>
          <a:xfrm>
            <a:off x="5533142" y="4115529"/>
            <a:ext cx="1903471" cy="64123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D85FE8F5-465E-5245-7705-DB7F1F7848AD}"/>
              </a:ext>
            </a:extLst>
          </p:cNvPr>
          <p:cNvSpPr txBox="1"/>
          <p:nvPr/>
        </p:nvSpPr>
        <p:spPr>
          <a:xfrm>
            <a:off x="7491046" y="4189393"/>
            <a:ext cx="1652954" cy="954107"/>
          </a:xfrm>
          <a:prstGeom prst="rect">
            <a:avLst/>
          </a:prstGeom>
          <a:solidFill>
            <a:schemeClr val="bg1">
              <a:lumMod val="60000"/>
              <a:lumOff val="40000"/>
            </a:schemeClr>
          </a:solidFill>
          <a:ln w="222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La variable “x” debe ser categórica irrepetible</a:t>
            </a:r>
            <a:endParaRPr lang="es-MX" b="1" dirty="0"/>
          </a:p>
        </p:txBody>
      </p:sp>
    </p:spTree>
    <p:extLst>
      <p:ext uri="{BB962C8B-B14F-4D97-AF65-F5344CB8AC3E}">
        <p14:creationId xmlns:p14="http://schemas.microsoft.com/office/powerpoint/2010/main" val="24240502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7C47AFDC-8B1B-F9AF-3625-C78C413E4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AE6968D-1055-BDBF-E55E-352214DD0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8799" y="1511293"/>
            <a:ext cx="5917814" cy="3245467"/>
          </a:xfrm>
          <a:prstGeom prst="rect">
            <a:avLst/>
          </a:prstGeom>
        </p:spPr>
      </p:pic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4E05799C-24E7-EE75-C7DE-36B685A7D2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76037F46-84A4-05E9-584C-A5E3ABEF8429}"/>
              </a:ext>
            </a:extLst>
          </p:cNvPr>
          <p:cNvSpPr txBox="1">
            <a:spLocks/>
          </p:cNvSpPr>
          <p:nvPr/>
        </p:nvSpPr>
        <p:spPr>
          <a:xfrm>
            <a:off x="373702" y="466956"/>
            <a:ext cx="6249833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DASHBOARD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GRAFICOS –  </a:t>
            </a:r>
            <a:r>
              <a:rPr lang="en-U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BAR</a:t>
            </a: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PLOT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707DD400-2031-7C0F-E9A7-4EF09D5ECAEA}"/>
              </a:ext>
            </a:extLst>
          </p:cNvPr>
          <p:cNvCxnSpPr>
            <a:cxnSpLocks/>
          </p:cNvCxnSpPr>
          <p:nvPr/>
        </p:nvCxnSpPr>
        <p:spPr>
          <a:xfrm flipH="1">
            <a:off x="373702" y="645771"/>
            <a:ext cx="1" cy="78777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8" name="Google Shape;136;p27">
            <a:extLst>
              <a:ext uri="{FF2B5EF4-FFF2-40B4-BE49-F238E27FC236}">
                <a16:creationId xmlns:a16="http://schemas.microsoft.com/office/drawing/2014/main" id="{6B45F9C1-D667-72C2-2BE5-6D82275CF740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7C67929A-070A-5B41-BFD5-B885353B71A6}"/>
              </a:ext>
            </a:extLst>
          </p:cNvPr>
          <p:cNvCxnSpPr>
            <a:cxnSpLocks/>
          </p:cNvCxnSpPr>
          <p:nvPr/>
        </p:nvCxnSpPr>
        <p:spPr>
          <a:xfrm>
            <a:off x="5329668" y="4313287"/>
            <a:ext cx="2161378" cy="443473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8C32B8A5-0105-AC15-FD77-536AF63D3C43}"/>
              </a:ext>
            </a:extLst>
          </p:cNvPr>
          <p:cNvSpPr txBox="1"/>
          <p:nvPr/>
        </p:nvSpPr>
        <p:spPr>
          <a:xfrm>
            <a:off x="7491046" y="4189393"/>
            <a:ext cx="1652954" cy="954107"/>
          </a:xfrm>
          <a:prstGeom prst="rect">
            <a:avLst/>
          </a:prstGeom>
          <a:solidFill>
            <a:schemeClr val="bg1">
              <a:lumMod val="60000"/>
              <a:lumOff val="40000"/>
            </a:schemeClr>
          </a:solidFill>
          <a:ln w="222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La variable “x” debe ser categórica irrepetible</a:t>
            </a:r>
            <a:endParaRPr lang="es-MX" b="1" dirty="0"/>
          </a:p>
        </p:txBody>
      </p:sp>
    </p:spTree>
    <p:extLst>
      <p:ext uri="{BB962C8B-B14F-4D97-AF65-F5344CB8AC3E}">
        <p14:creationId xmlns:p14="http://schemas.microsoft.com/office/powerpoint/2010/main" val="11304337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23B19DAF-C662-AEE9-5C5D-BDD22F672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560465FC-B1ED-99CF-EA97-2CA9785742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3FF7CDEE-B2AD-F21B-86B8-AA0CE49AC52C}"/>
              </a:ext>
            </a:extLst>
          </p:cNvPr>
          <p:cNvSpPr txBox="1">
            <a:spLocks/>
          </p:cNvSpPr>
          <p:nvPr/>
        </p:nvSpPr>
        <p:spPr>
          <a:xfrm>
            <a:off x="373702" y="466956"/>
            <a:ext cx="6249833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DASHBOARD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GRAFICOS –  SCATTER PLOT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3FB527E6-8065-6A88-492E-1797ABCAC2D0}"/>
              </a:ext>
            </a:extLst>
          </p:cNvPr>
          <p:cNvCxnSpPr>
            <a:cxnSpLocks/>
          </p:cNvCxnSpPr>
          <p:nvPr/>
        </p:nvCxnSpPr>
        <p:spPr>
          <a:xfrm flipH="1">
            <a:off x="373702" y="645771"/>
            <a:ext cx="1" cy="78777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8" name="Google Shape;136;p27">
            <a:extLst>
              <a:ext uri="{FF2B5EF4-FFF2-40B4-BE49-F238E27FC236}">
                <a16:creationId xmlns:a16="http://schemas.microsoft.com/office/drawing/2014/main" id="{B3370A05-095C-F205-32E9-1B8EB7B170D7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1BE9EB5-7B14-EC8F-E623-95766ECA98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522" y="1433541"/>
            <a:ext cx="6040926" cy="3366420"/>
          </a:xfrm>
          <a:prstGeom prst="rect">
            <a:avLst/>
          </a:prstGeom>
        </p:spPr>
      </p:pic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6E80BC9F-B39F-61C6-871F-C82A9F0F5F0F}"/>
              </a:ext>
            </a:extLst>
          </p:cNvPr>
          <p:cNvCxnSpPr>
            <a:cxnSpLocks/>
          </p:cNvCxnSpPr>
          <p:nvPr/>
        </p:nvCxnSpPr>
        <p:spPr>
          <a:xfrm>
            <a:off x="6564774" y="3673726"/>
            <a:ext cx="1752749" cy="640366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71021CA7-AD41-3AB8-2292-0C81E6A3D3B1}"/>
              </a:ext>
            </a:extLst>
          </p:cNvPr>
          <p:cNvSpPr txBox="1"/>
          <p:nvPr/>
        </p:nvSpPr>
        <p:spPr>
          <a:xfrm>
            <a:off x="7491046" y="4399907"/>
            <a:ext cx="1652954" cy="738664"/>
          </a:xfrm>
          <a:prstGeom prst="rect">
            <a:avLst/>
          </a:prstGeom>
          <a:solidFill>
            <a:schemeClr val="bg1">
              <a:lumMod val="60000"/>
              <a:lumOff val="40000"/>
            </a:schemeClr>
          </a:solidFill>
          <a:ln w="222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Las variables “x” y “y” deben ser numéricas</a:t>
            </a:r>
            <a:endParaRPr lang="es-MX" b="1" dirty="0"/>
          </a:p>
        </p:txBody>
      </p:sp>
    </p:spTree>
    <p:extLst>
      <p:ext uri="{BB962C8B-B14F-4D97-AF65-F5344CB8AC3E}">
        <p14:creationId xmlns:p14="http://schemas.microsoft.com/office/powerpoint/2010/main" val="34870681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07AB672C-B8B1-2894-D3E8-A90AC71AA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E79F54C1-03A7-3D05-7E7D-ACB7678720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F75E3A94-7FEF-89DC-B475-5850E219FD2A}"/>
              </a:ext>
            </a:extLst>
          </p:cNvPr>
          <p:cNvSpPr txBox="1">
            <a:spLocks/>
          </p:cNvSpPr>
          <p:nvPr/>
        </p:nvSpPr>
        <p:spPr>
          <a:xfrm>
            <a:off x="373702" y="466956"/>
            <a:ext cx="6249833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DASHBOARD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GRAFICOS –  PIE PLOT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D8B3E853-E3B5-AD0A-CD4F-AEBC4E590D51}"/>
              </a:ext>
            </a:extLst>
          </p:cNvPr>
          <p:cNvCxnSpPr>
            <a:cxnSpLocks/>
          </p:cNvCxnSpPr>
          <p:nvPr/>
        </p:nvCxnSpPr>
        <p:spPr>
          <a:xfrm flipH="1">
            <a:off x="373702" y="645771"/>
            <a:ext cx="1" cy="78777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8" name="Google Shape;136;p27">
            <a:extLst>
              <a:ext uri="{FF2B5EF4-FFF2-40B4-BE49-F238E27FC236}">
                <a16:creationId xmlns:a16="http://schemas.microsoft.com/office/drawing/2014/main" id="{C548D5BA-B897-0A7E-3806-CFD6BA912A0B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835279F-9E66-9E9C-93DB-B88952D61C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4572" y="1464320"/>
            <a:ext cx="6664720" cy="3324172"/>
          </a:xfrm>
          <a:prstGeom prst="rect">
            <a:avLst/>
          </a:prstGeom>
        </p:spPr>
      </p:pic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6786F0FA-A34E-8498-82F0-EFD1D7E797AD}"/>
              </a:ext>
            </a:extLst>
          </p:cNvPr>
          <p:cNvCxnSpPr>
            <a:cxnSpLocks/>
          </p:cNvCxnSpPr>
          <p:nvPr/>
        </p:nvCxnSpPr>
        <p:spPr>
          <a:xfrm>
            <a:off x="5689726" y="4148787"/>
            <a:ext cx="1752749" cy="640366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B36F6453-9E84-04B4-2B7A-CCC3CBA2008E}"/>
              </a:ext>
            </a:extLst>
          </p:cNvPr>
          <p:cNvSpPr txBox="1"/>
          <p:nvPr/>
        </p:nvSpPr>
        <p:spPr>
          <a:xfrm>
            <a:off x="7491046" y="4189393"/>
            <a:ext cx="1652954" cy="954107"/>
          </a:xfrm>
          <a:prstGeom prst="rect">
            <a:avLst/>
          </a:prstGeom>
          <a:solidFill>
            <a:schemeClr val="bg1">
              <a:lumMod val="60000"/>
              <a:lumOff val="40000"/>
            </a:schemeClr>
          </a:solidFill>
          <a:ln w="222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La variable “x” debe ser categórica irrepetible</a:t>
            </a:r>
            <a:endParaRPr lang="es-MX" b="1" dirty="0"/>
          </a:p>
        </p:txBody>
      </p:sp>
    </p:spTree>
    <p:extLst>
      <p:ext uri="{BB962C8B-B14F-4D97-AF65-F5344CB8AC3E}">
        <p14:creationId xmlns:p14="http://schemas.microsoft.com/office/powerpoint/2010/main" val="16368460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8522" y="768707"/>
            <a:ext cx="823794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F3F3F3"/>
              </a:buClr>
              <a:buSzPts val="3000"/>
              <a:defRPr/>
            </a:pP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Actividad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1</a:t>
            </a:r>
            <a:r>
              <a:rPr lang="en-US" sz="3000" b="1" dirty="0">
                <a:solidFill>
                  <a:schemeClr val="tx2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(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Despliegue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de Análisis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Univariado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)</a:t>
            </a:r>
            <a:endParaRPr kumimoji="0" lang="en-US" sz="3000" b="1" i="0" u="none" strike="noStrike" kern="0" cap="none" spc="0" normalizeH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203275" y="1099569"/>
            <a:ext cx="386257" cy="5405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" name="Google Shape;1603;p42"/>
          <p:cNvSpPr txBox="1"/>
          <p:nvPr/>
        </p:nvSpPr>
        <p:spPr>
          <a:xfrm>
            <a:off x="311709" y="1183858"/>
            <a:ext cx="8662473" cy="3602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1. 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Crear 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un nuevo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repositorio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con el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nombre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: 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Actividad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1 (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Despliegue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 Análisis 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Univariado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)</a:t>
            </a:r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2.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Agregar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los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archivos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requeridos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para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este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análisis: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“</a:t>
            </a:r>
            <a:r>
              <a:rPr lang="es-E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Bitacora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 Piso.csv”, “Leads Reales.csv”, etc. (Proporcionados por el socio formador GAC)</a:t>
            </a:r>
            <a:endParaRPr lang="de-DE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3.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Realiza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las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acciones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preprocesamiento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necesarias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: 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Nulos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, Outliers y 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transformaciones</a:t>
            </a:r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4.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Realizar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la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implementación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 un 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Dashboard 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que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muestre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los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hallazgos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del análisis de la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siguiente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etapa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: </a:t>
            </a:r>
          </a:p>
          <a:p>
            <a:pPr algn="just"/>
            <a:endParaRPr lang="en-US" sz="1600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Etapa I. Modelado explicativo (Análisis comparativo)</a:t>
            </a:r>
            <a:endParaRPr lang="en-US" sz="1600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a) 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Extracción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 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características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. 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Análisis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univariado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 las 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variables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categóricas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más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significativas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(15) 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de las bases de datos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seleccionadas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. </a:t>
            </a:r>
          </a:p>
          <a:p>
            <a:pPr algn="just"/>
            <a:endParaRPr lang="en-US" sz="1600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r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3423DCB4-9B0C-F4DD-F2C0-63FD771CA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B53443E8-1C27-D578-773E-2162FEAF91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BF99C162-26D7-CA29-9585-176B0689C983}"/>
              </a:ext>
            </a:extLst>
          </p:cNvPr>
          <p:cNvSpPr txBox="1">
            <a:spLocks/>
          </p:cNvSpPr>
          <p:nvPr/>
        </p:nvSpPr>
        <p:spPr>
          <a:xfrm>
            <a:off x="378522" y="768707"/>
            <a:ext cx="826138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F3F3F3"/>
              </a:buClr>
              <a:buSzPts val="3000"/>
              <a:defRPr/>
            </a:pP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Actividad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1</a:t>
            </a:r>
            <a:r>
              <a:rPr lang="en-US" sz="3000" b="1" dirty="0">
                <a:solidFill>
                  <a:schemeClr val="tx2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(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Despliegue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de Análisis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Univariado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)</a:t>
            </a:r>
            <a:endParaRPr kumimoji="0" lang="en-US" sz="3000" b="1" i="0" u="none" strike="noStrike" kern="0" cap="none" spc="0" normalizeH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2588A70C-FAEE-EA5E-DDF8-6A503726DD40}"/>
              </a:ext>
            </a:extLst>
          </p:cNvPr>
          <p:cNvCxnSpPr/>
          <p:nvPr/>
        </p:nvCxnSpPr>
        <p:spPr>
          <a:xfrm rot="5400000">
            <a:off x="203275" y="1099569"/>
            <a:ext cx="386257" cy="5405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" name="Google Shape;1603;p42">
            <a:extLst>
              <a:ext uri="{FF2B5EF4-FFF2-40B4-BE49-F238E27FC236}">
                <a16:creationId xmlns:a16="http://schemas.microsoft.com/office/drawing/2014/main" id="{AD73F887-2196-4305-C037-FD90A6E23B31}"/>
              </a:ext>
            </a:extLst>
          </p:cNvPr>
          <p:cNvSpPr txBox="1"/>
          <p:nvPr/>
        </p:nvSpPr>
        <p:spPr>
          <a:xfrm>
            <a:off x="311709" y="1183858"/>
            <a:ext cx="8662473" cy="3602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5. 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En la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evaluación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se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considerará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como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un 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bonus extra 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la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modificación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del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diseño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y la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implementación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 widgets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adicionales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a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los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que se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presenten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en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la Plantilla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descrita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en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la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clase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por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ejemplo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: 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HEATMAP, BOXPLOT, TABLAS, SELECTORES, ICONOS, COLOR, ETC</a:t>
            </a:r>
          </a:p>
          <a:p>
            <a:pPr algn="just"/>
            <a:endParaRPr lang="es-ES" sz="1600" b="1" dirty="0">
              <a:solidFill>
                <a:srgbClr val="FFFF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6. 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Crear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los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archivos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requeridos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en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Visual Studio Code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y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respaldarlos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en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GitHub.</a:t>
            </a: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7. Subir </a:t>
            </a:r>
            <a:r>
              <a:rPr lang="en-US" sz="1600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link del </a:t>
            </a:r>
            <a:r>
              <a:rPr lang="en-US" sz="1600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repositorio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en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CANVAS para 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“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Evaluación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”</a:t>
            </a:r>
          </a:p>
          <a:p>
            <a:pPr algn="just"/>
            <a:endParaRPr lang="es-ES" sz="1600" b="1" dirty="0">
              <a:solidFill>
                <a:srgbClr val="FFFF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1" name="Google Shape;136;p27">
            <a:extLst>
              <a:ext uri="{FF2B5EF4-FFF2-40B4-BE49-F238E27FC236}">
                <a16:creationId xmlns:a16="http://schemas.microsoft.com/office/drawing/2014/main" id="{00631014-0FFD-AF30-CB4F-5C1EC5089615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</p:spTree>
    <p:extLst>
      <p:ext uri="{BB962C8B-B14F-4D97-AF65-F5344CB8AC3E}">
        <p14:creationId xmlns:p14="http://schemas.microsoft.com/office/powerpoint/2010/main" val="30251580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768;p46"/>
          <p:cNvSpPr txBox="1">
            <a:spLocks/>
          </p:cNvSpPr>
          <p:nvPr/>
        </p:nvSpPr>
        <p:spPr>
          <a:xfrm>
            <a:off x="2562175" y="725400"/>
            <a:ext cx="4020000" cy="14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r>
              <a:rPr lang="es-ES" dirty="0"/>
              <a:t>Fin de la Sesión</a:t>
            </a:r>
          </a:p>
        </p:txBody>
      </p:sp>
      <p:sp>
        <p:nvSpPr>
          <p:cNvPr id="7" name="Google Shape;1769;p46"/>
          <p:cNvSpPr txBox="1">
            <a:spLocks/>
          </p:cNvSpPr>
          <p:nvPr/>
        </p:nvSpPr>
        <p:spPr>
          <a:xfrm>
            <a:off x="2561975" y="2105100"/>
            <a:ext cx="4020000" cy="1203900"/>
          </a:xfrm>
          <a:prstGeom prst="rect">
            <a:avLst/>
          </a:prstGeom>
          <a:solidFill>
            <a:srgbClr val="FFFFFF">
              <a:alpha val="45090"/>
            </a:srgb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Fira Sans Condensed Light"/>
              <a:buAutoNum type="arabicPeriod"/>
              <a:defRPr sz="13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alpha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roman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arabi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alpha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roman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arabi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alpha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100"/>
              <a:buFont typeface="Fira Sans Condensed Light"/>
              <a:buAutoNum type="roman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pPr marL="0" indent="0" algn="ctr">
              <a:buClr>
                <a:schemeClr val="dk1"/>
              </a:buClr>
              <a:buFont typeface="Arial"/>
              <a:buNone/>
            </a:pPr>
            <a:r>
              <a:rPr lang="es-ES" dirty="0"/>
              <a:t>Preguntas?</a:t>
            </a:r>
          </a:p>
          <a:p>
            <a:pPr marL="0" indent="0" algn="ctr">
              <a:buClr>
                <a:schemeClr val="dk1"/>
              </a:buClr>
              <a:buFont typeface="Arial"/>
              <a:buNone/>
            </a:pPr>
            <a:endParaRPr lang="es-ES" dirty="0"/>
          </a:p>
          <a:p>
            <a:pPr marL="0" indent="0" algn="ctr">
              <a:buClr>
                <a:schemeClr val="dk1"/>
              </a:buClr>
              <a:buFont typeface="Arial"/>
              <a:buNone/>
            </a:pPr>
            <a:r>
              <a:rPr lang="es-ES" dirty="0">
                <a:hlinkClick r:id="rId4"/>
              </a:rPr>
              <a:t>Alfredo.garcias@tec.mx</a:t>
            </a:r>
            <a:endParaRPr lang="es-ES" dirty="0"/>
          </a:p>
          <a:p>
            <a:pPr marL="0" indent="0" algn="ctr">
              <a:buClr>
                <a:schemeClr val="dk1"/>
              </a:buClr>
              <a:buFont typeface="Arial"/>
              <a:buNone/>
            </a:pPr>
            <a:r>
              <a:rPr lang="es-ES"/>
              <a:t>https://itesm.zoom.us/j/9648719322</a:t>
            </a:r>
            <a:endParaRPr lang="es-ES" dirty="0"/>
          </a:p>
          <a:p>
            <a:pPr marL="0" indent="0" algn="ctr">
              <a:buClr>
                <a:schemeClr val="dk1"/>
              </a:buClr>
              <a:buFont typeface="Arial"/>
              <a:buNone/>
            </a:pPr>
            <a:r>
              <a:rPr lang="es-ES" dirty="0"/>
              <a:t> </a:t>
            </a:r>
          </a:p>
        </p:txBody>
      </p:sp>
      <p:grpSp>
        <p:nvGrpSpPr>
          <p:cNvPr id="8" name="Google Shape;1771;p46"/>
          <p:cNvGrpSpPr/>
          <p:nvPr/>
        </p:nvGrpSpPr>
        <p:grpSpPr>
          <a:xfrm>
            <a:off x="3914560" y="3451633"/>
            <a:ext cx="268782" cy="268485"/>
            <a:chOff x="3303268" y="3817349"/>
            <a:chExt cx="346056" cy="345674"/>
          </a:xfrm>
        </p:grpSpPr>
        <p:sp>
          <p:nvSpPr>
            <p:cNvPr id="9" name="Google Shape;1772;p46"/>
            <p:cNvSpPr/>
            <p:nvPr/>
          </p:nvSpPr>
          <p:spPr>
            <a:xfrm>
              <a:off x="3303268" y="3817349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18" y="334"/>
                  </a:moveTo>
                  <a:cubicBezTo>
                    <a:pt x="8228" y="334"/>
                    <a:pt x="10514" y="2608"/>
                    <a:pt x="10514" y="5430"/>
                  </a:cubicBezTo>
                  <a:cubicBezTo>
                    <a:pt x="10514" y="8240"/>
                    <a:pt x="8228" y="10514"/>
                    <a:pt x="5418" y="10514"/>
                  </a:cubicBezTo>
                  <a:cubicBezTo>
                    <a:pt x="2608" y="10514"/>
                    <a:pt x="334" y="8240"/>
                    <a:pt x="334" y="5430"/>
                  </a:cubicBezTo>
                  <a:cubicBezTo>
                    <a:pt x="334" y="2608"/>
                    <a:pt x="2608" y="334"/>
                    <a:pt x="5418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3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3" y="1"/>
                    <a:pt x="5430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773;p46"/>
            <p:cNvSpPr/>
            <p:nvPr/>
          </p:nvSpPr>
          <p:spPr>
            <a:xfrm>
              <a:off x="3368074" y="3882537"/>
              <a:ext cx="215298" cy="215298"/>
            </a:xfrm>
            <a:custGeom>
              <a:avLst/>
              <a:gdLst/>
              <a:ahLst/>
              <a:cxnLst/>
              <a:rect l="l" t="t" r="r" b="b"/>
              <a:pathLst>
                <a:path w="6764" h="6764" extrusionOk="0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774;p46"/>
            <p:cNvSpPr/>
            <p:nvPr/>
          </p:nvSpPr>
          <p:spPr>
            <a:xfrm>
              <a:off x="3418143" y="3933656"/>
              <a:ext cx="114811" cy="112742"/>
            </a:xfrm>
            <a:custGeom>
              <a:avLst/>
              <a:gdLst/>
              <a:ahLst/>
              <a:cxnLst/>
              <a:rect l="l" t="t" r="r" b="b"/>
              <a:pathLst>
                <a:path w="3607" h="3542" extrusionOk="0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775;p46"/>
            <p:cNvSpPr/>
            <p:nvPr/>
          </p:nvSpPr>
          <p:spPr>
            <a:xfrm>
              <a:off x="3519298" y="3910197"/>
              <a:ext cx="29570" cy="29220"/>
            </a:xfrm>
            <a:custGeom>
              <a:avLst/>
              <a:gdLst/>
              <a:ahLst/>
              <a:cxnLst/>
              <a:rect l="l" t="t" r="r" b="b"/>
              <a:pathLst>
                <a:path w="929" h="918" extrusionOk="0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776;p46"/>
          <p:cNvGrpSpPr/>
          <p:nvPr/>
        </p:nvGrpSpPr>
        <p:grpSpPr>
          <a:xfrm>
            <a:off x="4263368" y="3451633"/>
            <a:ext cx="268782" cy="268485"/>
            <a:chOff x="3752358" y="3817349"/>
            <a:chExt cx="346056" cy="345674"/>
          </a:xfrm>
        </p:grpSpPr>
        <p:sp>
          <p:nvSpPr>
            <p:cNvPr id="14" name="Google Shape;1777;p46"/>
            <p:cNvSpPr/>
            <p:nvPr/>
          </p:nvSpPr>
          <p:spPr>
            <a:xfrm>
              <a:off x="3752358" y="3817349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28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778;p46"/>
            <p:cNvSpPr/>
            <p:nvPr/>
          </p:nvSpPr>
          <p:spPr>
            <a:xfrm>
              <a:off x="3831933" y="3955682"/>
              <a:ext cx="47809" cy="120540"/>
            </a:xfrm>
            <a:custGeom>
              <a:avLst/>
              <a:gdLst/>
              <a:ahLst/>
              <a:cxnLst/>
              <a:rect l="l" t="t" r="r" b="b"/>
              <a:pathLst>
                <a:path w="1502" h="3787" extrusionOk="0">
                  <a:moveTo>
                    <a:pt x="1168" y="346"/>
                  </a:moveTo>
                  <a:lnTo>
                    <a:pt x="1168" y="3430"/>
                  </a:lnTo>
                  <a:lnTo>
                    <a:pt x="358" y="3430"/>
                  </a:lnTo>
                  <a:lnTo>
                    <a:pt x="358" y="346"/>
                  </a:lnTo>
                  <a:close/>
                  <a:moveTo>
                    <a:pt x="180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72" y="3787"/>
                    <a:pt x="180" y="3787"/>
                  </a:cubicBezTo>
                  <a:lnTo>
                    <a:pt x="1323" y="3787"/>
                  </a:lnTo>
                  <a:cubicBezTo>
                    <a:pt x="1418" y="3787"/>
                    <a:pt x="1501" y="3715"/>
                    <a:pt x="1501" y="3608"/>
                  </a:cubicBezTo>
                  <a:lnTo>
                    <a:pt x="1501" y="179"/>
                  </a:lnTo>
                  <a:cubicBezTo>
                    <a:pt x="1501" y="72"/>
                    <a:pt x="1430" y="1"/>
                    <a:pt x="132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779;p46"/>
            <p:cNvSpPr/>
            <p:nvPr/>
          </p:nvSpPr>
          <p:spPr>
            <a:xfrm>
              <a:off x="3824739" y="3890112"/>
              <a:ext cx="55002" cy="55002"/>
            </a:xfrm>
            <a:custGeom>
              <a:avLst/>
              <a:gdLst/>
              <a:ahLst/>
              <a:cxnLst/>
              <a:rect l="l" t="t" r="r" b="b"/>
              <a:pathLst>
                <a:path w="1728" h="1728" extrusionOk="0">
                  <a:moveTo>
                    <a:pt x="870" y="334"/>
                  </a:moveTo>
                  <a:cubicBezTo>
                    <a:pt x="1156" y="334"/>
                    <a:pt x="1394" y="572"/>
                    <a:pt x="1394" y="846"/>
                  </a:cubicBezTo>
                  <a:cubicBezTo>
                    <a:pt x="1394" y="1132"/>
                    <a:pt x="1156" y="1370"/>
                    <a:pt x="870" y="1370"/>
                  </a:cubicBezTo>
                  <a:cubicBezTo>
                    <a:pt x="584" y="1370"/>
                    <a:pt x="346" y="1132"/>
                    <a:pt x="346" y="846"/>
                  </a:cubicBezTo>
                  <a:cubicBezTo>
                    <a:pt x="346" y="572"/>
                    <a:pt x="584" y="334"/>
                    <a:pt x="870" y="334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80;p46"/>
            <p:cNvSpPr/>
            <p:nvPr/>
          </p:nvSpPr>
          <p:spPr>
            <a:xfrm>
              <a:off x="3904696" y="3955682"/>
              <a:ext cx="128148" cy="120540"/>
            </a:xfrm>
            <a:custGeom>
              <a:avLst/>
              <a:gdLst/>
              <a:ahLst/>
              <a:cxnLst/>
              <a:rect l="l" t="t" r="r" b="b"/>
              <a:pathLst>
                <a:path w="4026" h="3787" extrusionOk="0">
                  <a:moveTo>
                    <a:pt x="191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84" y="3787"/>
                    <a:pt x="191" y="3787"/>
                  </a:cubicBezTo>
                  <a:lnTo>
                    <a:pt x="1334" y="3787"/>
                  </a:lnTo>
                  <a:cubicBezTo>
                    <a:pt x="1418" y="3787"/>
                    <a:pt x="1513" y="3715"/>
                    <a:pt x="1513" y="3608"/>
                  </a:cubicBezTo>
                  <a:lnTo>
                    <a:pt x="1513" y="2382"/>
                  </a:lnTo>
                  <a:cubicBezTo>
                    <a:pt x="1513" y="1977"/>
                    <a:pt x="1596" y="1501"/>
                    <a:pt x="2037" y="1501"/>
                  </a:cubicBezTo>
                  <a:cubicBezTo>
                    <a:pt x="2347" y="1501"/>
                    <a:pt x="2477" y="1763"/>
                    <a:pt x="2525" y="2060"/>
                  </a:cubicBezTo>
                  <a:cubicBezTo>
                    <a:pt x="2537" y="2156"/>
                    <a:pt x="2608" y="2215"/>
                    <a:pt x="2692" y="2215"/>
                  </a:cubicBezTo>
                  <a:cubicBezTo>
                    <a:pt x="2787" y="2215"/>
                    <a:pt x="2870" y="2120"/>
                    <a:pt x="2847" y="2025"/>
                  </a:cubicBezTo>
                  <a:cubicBezTo>
                    <a:pt x="2763" y="1465"/>
                    <a:pt x="2477" y="1155"/>
                    <a:pt x="2013" y="1155"/>
                  </a:cubicBezTo>
                  <a:cubicBezTo>
                    <a:pt x="1465" y="1155"/>
                    <a:pt x="1156" y="1608"/>
                    <a:pt x="1156" y="2382"/>
                  </a:cubicBezTo>
                  <a:lnTo>
                    <a:pt x="1156" y="3430"/>
                  </a:lnTo>
                  <a:lnTo>
                    <a:pt x="346" y="3430"/>
                  </a:lnTo>
                  <a:lnTo>
                    <a:pt x="346" y="358"/>
                  </a:lnTo>
                  <a:lnTo>
                    <a:pt x="918" y="358"/>
                  </a:lnTo>
                  <a:lnTo>
                    <a:pt x="918" y="572"/>
                  </a:lnTo>
                  <a:cubicBezTo>
                    <a:pt x="918" y="632"/>
                    <a:pt x="930" y="679"/>
                    <a:pt x="977" y="715"/>
                  </a:cubicBezTo>
                  <a:cubicBezTo>
                    <a:pt x="1007" y="733"/>
                    <a:pt x="1043" y="742"/>
                    <a:pt x="1078" y="742"/>
                  </a:cubicBezTo>
                  <a:cubicBezTo>
                    <a:pt x="1114" y="742"/>
                    <a:pt x="1150" y="733"/>
                    <a:pt x="1180" y="715"/>
                  </a:cubicBezTo>
                  <a:cubicBezTo>
                    <a:pt x="1477" y="477"/>
                    <a:pt x="1835" y="358"/>
                    <a:pt x="2227" y="358"/>
                  </a:cubicBezTo>
                  <a:cubicBezTo>
                    <a:pt x="3204" y="358"/>
                    <a:pt x="3656" y="1191"/>
                    <a:pt x="3656" y="2001"/>
                  </a:cubicBezTo>
                  <a:lnTo>
                    <a:pt x="3656" y="3430"/>
                  </a:lnTo>
                  <a:lnTo>
                    <a:pt x="2847" y="3430"/>
                  </a:lnTo>
                  <a:lnTo>
                    <a:pt x="2847" y="2870"/>
                  </a:lnTo>
                  <a:cubicBezTo>
                    <a:pt x="2847" y="2775"/>
                    <a:pt x="2775" y="2703"/>
                    <a:pt x="2692" y="2703"/>
                  </a:cubicBezTo>
                  <a:cubicBezTo>
                    <a:pt x="2597" y="2703"/>
                    <a:pt x="2525" y="2775"/>
                    <a:pt x="2525" y="2870"/>
                  </a:cubicBezTo>
                  <a:lnTo>
                    <a:pt x="2525" y="3596"/>
                  </a:lnTo>
                  <a:cubicBezTo>
                    <a:pt x="2525" y="3691"/>
                    <a:pt x="2597" y="3775"/>
                    <a:pt x="2704" y="3775"/>
                  </a:cubicBezTo>
                  <a:lnTo>
                    <a:pt x="3847" y="3775"/>
                  </a:lnTo>
                  <a:cubicBezTo>
                    <a:pt x="3942" y="3775"/>
                    <a:pt x="4025" y="3703"/>
                    <a:pt x="4025" y="3596"/>
                  </a:cubicBezTo>
                  <a:lnTo>
                    <a:pt x="4025" y="1989"/>
                  </a:lnTo>
                  <a:cubicBezTo>
                    <a:pt x="4025" y="810"/>
                    <a:pt x="3299" y="1"/>
                    <a:pt x="2239" y="1"/>
                  </a:cubicBezTo>
                  <a:cubicBezTo>
                    <a:pt x="1894" y="1"/>
                    <a:pt x="1573" y="84"/>
                    <a:pt x="1275" y="251"/>
                  </a:cubicBezTo>
                  <a:lnTo>
                    <a:pt x="1275" y="179"/>
                  </a:lnTo>
                  <a:cubicBezTo>
                    <a:pt x="1275" y="84"/>
                    <a:pt x="1204" y="1"/>
                    <a:pt x="1096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781;p46"/>
          <p:cNvGrpSpPr/>
          <p:nvPr/>
        </p:nvGrpSpPr>
        <p:grpSpPr>
          <a:xfrm>
            <a:off x="4612176" y="3451633"/>
            <a:ext cx="268757" cy="268485"/>
            <a:chOff x="4201447" y="3817349"/>
            <a:chExt cx="346024" cy="345674"/>
          </a:xfrm>
        </p:grpSpPr>
        <p:sp>
          <p:nvSpPr>
            <p:cNvPr id="19" name="Google Shape;1782;p46"/>
            <p:cNvSpPr/>
            <p:nvPr/>
          </p:nvSpPr>
          <p:spPr>
            <a:xfrm>
              <a:off x="4201447" y="3817349"/>
              <a:ext cx="346024" cy="345674"/>
            </a:xfrm>
            <a:custGeom>
              <a:avLst/>
              <a:gdLst/>
              <a:ahLst/>
              <a:cxnLst/>
              <a:rect l="l" t="t" r="r" b="b"/>
              <a:pathLst>
                <a:path w="10871" h="10860" extrusionOk="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52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299" y="8240"/>
                    <a:pt x="10871" y="6871"/>
                    <a:pt x="10871" y="5430"/>
                  </a:cubicBezTo>
                  <a:cubicBezTo>
                    <a:pt x="10871" y="3989"/>
                    <a:pt x="10299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783;p46"/>
            <p:cNvSpPr/>
            <p:nvPr/>
          </p:nvSpPr>
          <p:spPr>
            <a:xfrm>
              <a:off x="4271569" y="3904531"/>
              <a:ext cx="227394" cy="185728"/>
            </a:xfrm>
            <a:custGeom>
              <a:avLst/>
              <a:gdLst/>
              <a:ahLst/>
              <a:cxnLst/>
              <a:rect l="l" t="t" r="r" b="b"/>
              <a:pathLst>
                <a:path w="7144" h="5835" extrusionOk="0">
                  <a:moveTo>
                    <a:pt x="4620" y="0"/>
                  </a:moveTo>
                  <a:cubicBezTo>
                    <a:pt x="3727" y="0"/>
                    <a:pt x="2977" y="691"/>
                    <a:pt x="2905" y="1572"/>
                  </a:cubicBezTo>
                  <a:cubicBezTo>
                    <a:pt x="2727" y="1548"/>
                    <a:pt x="2358" y="1441"/>
                    <a:pt x="2262" y="1405"/>
                  </a:cubicBezTo>
                  <a:cubicBezTo>
                    <a:pt x="1643" y="1203"/>
                    <a:pt x="1072" y="810"/>
                    <a:pt x="631" y="322"/>
                  </a:cubicBezTo>
                  <a:cubicBezTo>
                    <a:pt x="596" y="298"/>
                    <a:pt x="572" y="274"/>
                    <a:pt x="524" y="262"/>
                  </a:cubicBezTo>
                  <a:cubicBezTo>
                    <a:pt x="517" y="261"/>
                    <a:pt x="509" y="260"/>
                    <a:pt x="501" y="260"/>
                  </a:cubicBezTo>
                  <a:cubicBezTo>
                    <a:pt x="436" y="260"/>
                    <a:pt x="367" y="304"/>
                    <a:pt x="346" y="357"/>
                  </a:cubicBezTo>
                  <a:cubicBezTo>
                    <a:pt x="238" y="572"/>
                    <a:pt x="179" y="810"/>
                    <a:pt x="179" y="1048"/>
                  </a:cubicBezTo>
                  <a:cubicBezTo>
                    <a:pt x="179" y="1393"/>
                    <a:pt x="286" y="1727"/>
                    <a:pt x="476" y="1977"/>
                  </a:cubicBezTo>
                  <a:cubicBezTo>
                    <a:pt x="466" y="1975"/>
                    <a:pt x="456" y="1974"/>
                    <a:pt x="446" y="1974"/>
                  </a:cubicBezTo>
                  <a:cubicBezTo>
                    <a:pt x="397" y="1974"/>
                    <a:pt x="349" y="1997"/>
                    <a:pt x="310" y="2036"/>
                  </a:cubicBezTo>
                  <a:cubicBezTo>
                    <a:pt x="286" y="2060"/>
                    <a:pt x="286" y="2108"/>
                    <a:pt x="274" y="2143"/>
                  </a:cubicBezTo>
                  <a:lnTo>
                    <a:pt x="274" y="2203"/>
                  </a:lnTo>
                  <a:cubicBezTo>
                    <a:pt x="274" y="2655"/>
                    <a:pt x="476" y="3072"/>
                    <a:pt x="822" y="3358"/>
                  </a:cubicBezTo>
                  <a:cubicBezTo>
                    <a:pt x="786" y="3370"/>
                    <a:pt x="774" y="3405"/>
                    <a:pt x="762" y="3417"/>
                  </a:cubicBezTo>
                  <a:cubicBezTo>
                    <a:pt x="750" y="3465"/>
                    <a:pt x="727" y="3513"/>
                    <a:pt x="750" y="3548"/>
                  </a:cubicBezTo>
                  <a:cubicBezTo>
                    <a:pt x="893" y="4024"/>
                    <a:pt x="1262" y="4405"/>
                    <a:pt x="1727" y="4548"/>
                  </a:cubicBezTo>
                  <a:cubicBezTo>
                    <a:pt x="1310" y="4798"/>
                    <a:pt x="834" y="4941"/>
                    <a:pt x="334" y="4941"/>
                  </a:cubicBezTo>
                  <a:lnTo>
                    <a:pt x="191" y="4941"/>
                  </a:lnTo>
                  <a:cubicBezTo>
                    <a:pt x="107" y="4941"/>
                    <a:pt x="36" y="5001"/>
                    <a:pt x="12" y="5084"/>
                  </a:cubicBezTo>
                  <a:cubicBezTo>
                    <a:pt x="0" y="5156"/>
                    <a:pt x="48" y="5239"/>
                    <a:pt x="107" y="5263"/>
                  </a:cubicBezTo>
                  <a:cubicBezTo>
                    <a:pt x="727" y="5632"/>
                    <a:pt x="1465" y="5834"/>
                    <a:pt x="2191" y="5834"/>
                  </a:cubicBezTo>
                  <a:cubicBezTo>
                    <a:pt x="3072" y="5834"/>
                    <a:pt x="3905" y="5560"/>
                    <a:pt x="4596" y="5060"/>
                  </a:cubicBezTo>
                  <a:cubicBezTo>
                    <a:pt x="4691" y="5001"/>
                    <a:pt x="4691" y="4858"/>
                    <a:pt x="4620" y="4786"/>
                  </a:cubicBezTo>
                  <a:cubicBezTo>
                    <a:pt x="4587" y="4754"/>
                    <a:pt x="4544" y="4735"/>
                    <a:pt x="4499" y="4735"/>
                  </a:cubicBezTo>
                  <a:cubicBezTo>
                    <a:pt x="4463" y="4735"/>
                    <a:pt x="4426" y="4748"/>
                    <a:pt x="4394" y="4775"/>
                  </a:cubicBezTo>
                  <a:cubicBezTo>
                    <a:pt x="3763" y="5215"/>
                    <a:pt x="3013" y="5489"/>
                    <a:pt x="2191" y="5489"/>
                  </a:cubicBezTo>
                  <a:cubicBezTo>
                    <a:pt x="1727" y="5489"/>
                    <a:pt x="1262" y="5394"/>
                    <a:pt x="846" y="5239"/>
                  </a:cubicBezTo>
                  <a:cubicBezTo>
                    <a:pt x="1369" y="5144"/>
                    <a:pt x="1846" y="4917"/>
                    <a:pt x="2262" y="4584"/>
                  </a:cubicBezTo>
                  <a:cubicBezTo>
                    <a:pt x="2310" y="4536"/>
                    <a:pt x="2334" y="4477"/>
                    <a:pt x="2322" y="4417"/>
                  </a:cubicBezTo>
                  <a:cubicBezTo>
                    <a:pt x="2310" y="4346"/>
                    <a:pt x="2239" y="4286"/>
                    <a:pt x="2155" y="4286"/>
                  </a:cubicBezTo>
                  <a:cubicBezTo>
                    <a:pt x="1739" y="4263"/>
                    <a:pt x="1369" y="4048"/>
                    <a:pt x="1167" y="3691"/>
                  </a:cubicBezTo>
                  <a:cubicBezTo>
                    <a:pt x="1250" y="3691"/>
                    <a:pt x="1358" y="3667"/>
                    <a:pt x="1441" y="3643"/>
                  </a:cubicBezTo>
                  <a:cubicBezTo>
                    <a:pt x="1524" y="3632"/>
                    <a:pt x="1584" y="3572"/>
                    <a:pt x="1584" y="3489"/>
                  </a:cubicBezTo>
                  <a:cubicBezTo>
                    <a:pt x="1596" y="3405"/>
                    <a:pt x="1536" y="3334"/>
                    <a:pt x="1441" y="3298"/>
                  </a:cubicBezTo>
                  <a:cubicBezTo>
                    <a:pt x="1000" y="3191"/>
                    <a:pt x="667" y="2822"/>
                    <a:pt x="596" y="2381"/>
                  </a:cubicBezTo>
                  <a:lnTo>
                    <a:pt x="596" y="2381"/>
                  </a:lnTo>
                  <a:cubicBezTo>
                    <a:pt x="727" y="2405"/>
                    <a:pt x="869" y="2417"/>
                    <a:pt x="1000" y="2417"/>
                  </a:cubicBezTo>
                  <a:cubicBezTo>
                    <a:pt x="1084" y="2417"/>
                    <a:pt x="1143" y="2358"/>
                    <a:pt x="1167" y="2274"/>
                  </a:cubicBezTo>
                  <a:cubicBezTo>
                    <a:pt x="1179" y="2203"/>
                    <a:pt x="1131" y="2143"/>
                    <a:pt x="1072" y="2108"/>
                  </a:cubicBezTo>
                  <a:cubicBezTo>
                    <a:pt x="703" y="1881"/>
                    <a:pt x="476" y="1488"/>
                    <a:pt x="476" y="1048"/>
                  </a:cubicBezTo>
                  <a:cubicBezTo>
                    <a:pt x="476" y="953"/>
                    <a:pt x="488" y="846"/>
                    <a:pt x="524" y="738"/>
                  </a:cubicBezTo>
                  <a:cubicBezTo>
                    <a:pt x="965" y="1191"/>
                    <a:pt x="1524" y="1524"/>
                    <a:pt x="2120" y="1727"/>
                  </a:cubicBezTo>
                  <a:cubicBezTo>
                    <a:pt x="2120" y="1727"/>
                    <a:pt x="2715" y="1905"/>
                    <a:pt x="2929" y="1917"/>
                  </a:cubicBezTo>
                  <a:lnTo>
                    <a:pt x="3024" y="1917"/>
                  </a:lnTo>
                  <a:cubicBezTo>
                    <a:pt x="3096" y="1917"/>
                    <a:pt x="3167" y="1869"/>
                    <a:pt x="3191" y="1798"/>
                  </a:cubicBezTo>
                  <a:cubicBezTo>
                    <a:pt x="3203" y="1786"/>
                    <a:pt x="3203" y="1750"/>
                    <a:pt x="3203" y="1738"/>
                  </a:cubicBezTo>
                  <a:lnTo>
                    <a:pt x="3203" y="1703"/>
                  </a:lnTo>
                  <a:cubicBezTo>
                    <a:pt x="3203" y="953"/>
                    <a:pt x="3810" y="334"/>
                    <a:pt x="4572" y="334"/>
                  </a:cubicBezTo>
                  <a:cubicBezTo>
                    <a:pt x="4941" y="334"/>
                    <a:pt x="5287" y="488"/>
                    <a:pt x="5549" y="750"/>
                  </a:cubicBezTo>
                  <a:cubicBezTo>
                    <a:pt x="5585" y="787"/>
                    <a:pt x="5621" y="802"/>
                    <a:pt x="5663" y="802"/>
                  </a:cubicBezTo>
                  <a:cubicBezTo>
                    <a:pt x="5676" y="802"/>
                    <a:pt x="5689" y="801"/>
                    <a:pt x="5703" y="798"/>
                  </a:cubicBezTo>
                  <a:cubicBezTo>
                    <a:pt x="5882" y="762"/>
                    <a:pt x="6049" y="738"/>
                    <a:pt x="6203" y="679"/>
                  </a:cubicBezTo>
                  <a:lnTo>
                    <a:pt x="6203" y="679"/>
                  </a:lnTo>
                  <a:cubicBezTo>
                    <a:pt x="6120" y="762"/>
                    <a:pt x="6013" y="857"/>
                    <a:pt x="5894" y="917"/>
                  </a:cubicBezTo>
                  <a:cubicBezTo>
                    <a:pt x="5822" y="965"/>
                    <a:pt x="5787" y="1048"/>
                    <a:pt x="5822" y="1143"/>
                  </a:cubicBezTo>
                  <a:cubicBezTo>
                    <a:pt x="5846" y="1203"/>
                    <a:pt x="5930" y="1250"/>
                    <a:pt x="6001" y="1250"/>
                  </a:cubicBezTo>
                  <a:cubicBezTo>
                    <a:pt x="6144" y="1227"/>
                    <a:pt x="6287" y="1215"/>
                    <a:pt x="6418" y="1167"/>
                  </a:cubicBezTo>
                  <a:lnTo>
                    <a:pt x="6418" y="1167"/>
                  </a:lnTo>
                  <a:cubicBezTo>
                    <a:pt x="6299" y="1286"/>
                    <a:pt x="6168" y="1405"/>
                    <a:pt x="6013" y="1512"/>
                  </a:cubicBezTo>
                  <a:cubicBezTo>
                    <a:pt x="5965" y="1548"/>
                    <a:pt x="5941" y="1608"/>
                    <a:pt x="5941" y="1655"/>
                  </a:cubicBezTo>
                  <a:lnTo>
                    <a:pt x="5941" y="1679"/>
                  </a:lnTo>
                  <a:lnTo>
                    <a:pt x="5941" y="1703"/>
                  </a:lnTo>
                  <a:lnTo>
                    <a:pt x="5941" y="1727"/>
                  </a:lnTo>
                  <a:cubicBezTo>
                    <a:pt x="5941" y="2691"/>
                    <a:pt x="5572" y="3572"/>
                    <a:pt x="4977" y="4227"/>
                  </a:cubicBezTo>
                  <a:cubicBezTo>
                    <a:pt x="4918" y="4298"/>
                    <a:pt x="4918" y="4405"/>
                    <a:pt x="4977" y="4465"/>
                  </a:cubicBezTo>
                  <a:cubicBezTo>
                    <a:pt x="5011" y="4499"/>
                    <a:pt x="5053" y="4514"/>
                    <a:pt x="5096" y="4514"/>
                  </a:cubicBezTo>
                  <a:cubicBezTo>
                    <a:pt x="5143" y="4514"/>
                    <a:pt x="5190" y="4496"/>
                    <a:pt x="5227" y="4465"/>
                  </a:cubicBezTo>
                  <a:cubicBezTo>
                    <a:pt x="5894" y="3715"/>
                    <a:pt x="6263" y="2762"/>
                    <a:pt x="6287" y="1750"/>
                  </a:cubicBezTo>
                  <a:cubicBezTo>
                    <a:pt x="6596" y="1524"/>
                    <a:pt x="6846" y="1250"/>
                    <a:pt x="7061" y="917"/>
                  </a:cubicBezTo>
                  <a:cubicBezTo>
                    <a:pt x="7144" y="857"/>
                    <a:pt x="7132" y="750"/>
                    <a:pt x="7061" y="715"/>
                  </a:cubicBezTo>
                  <a:cubicBezTo>
                    <a:pt x="7029" y="683"/>
                    <a:pt x="6987" y="667"/>
                    <a:pt x="6937" y="667"/>
                  </a:cubicBezTo>
                  <a:cubicBezTo>
                    <a:pt x="6912" y="667"/>
                    <a:pt x="6886" y="671"/>
                    <a:pt x="6858" y="679"/>
                  </a:cubicBezTo>
                  <a:cubicBezTo>
                    <a:pt x="6775" y="726"/>
                    <a:pt x="6680" y="750"/>
                    <a:pt x="6596" y="786"/>
                  </a:cubicBezTo>
                  <a:cubicBezTo>
                    <a:pt x="6680" y="667"/>
                    <a:pt x="6763" y="512"/>
                    <a:pt x="6823" y="369"/>
                  </a:cubicBezTo>
                  <a:cubicBezTo>
                    <a:pt x="6834" y="310"/>
                    <a:pt x="6834" y="238"/>
                    <a:pt x="6787" y="191"/>
                  </a:cubicBezTo>
                  <a:cubicBezTo>
                    <a:pt x="6750" y="153"/>
                    <a:pt x="6703" y="135"/>
                    <a:pt x="6659" y="135"/>
                  </a:cubicBezTo>
                  <a:cubicBezTo>
                    <a:pt x="6632" y="135"/>
                    <a:pt x="6607" y="142"/>
                    <a:pt x="6584" y="155"/>
                  </a:cubicBezTo>
                  <a:cubicBezTo>
                    <a:pt x="6322" y="310"/>
                    <a:pt x="6061" y="393"/>
                    <a:pt x="5775" y="441"/>
                  </a:cubicBezTo>
                  <a:cubicBezTo>
                    <a:pt x="5465" y="143"/>
                    <a:pt x="5048" y="0"/>
                    <a:pt x="4620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" name="Google Shape;1784;p46"/>
          <p:cNvGrpSpPr/>
          <p:nvPr/>
        </p:nvGrpSpPr>
        <p:grpSpPr>
          <a:xfrm>
            <a:off x="4960939" y="3451633"/>
            <a:ext cx="268460" cy="268485"/>
            <a:chOff x="5549861" y="3817349"/>
            <a:chExt cx="345642" cy="345674"/>
          </a:xfrm>
        </p:grpSpPr>
        <p:sp>
          <p:nvSpPr>
            <p:cNvPr id="22" name="Google Shape;1785;p46"/>
            <p:cNvSpPr/>
            <p:nvPr/>
          </p:nvSpPr>
          <p:spPr>
            <a:xfrm>
              <a:off x="5549861" y="3817349"/>
              <a:ext cx="345642" cy="345674"/>
            </a:xfrm>
            <a:custGeom>
              <a:avLst/>
              <a:gdLst/>
              <a:ahLst/>
              <a:cxnLst/>
              <a:rect l="l" t="t" r="r" b="b"/>
              <a:pathLst>
                <a:path w="10859" h="10860" extrusionOk="0">
                  <a:moveTo>
                    <a:pt x="5429" y="334"/>
                  </a:moveTo>
                  <a:cubicBezTo>
                    <a:pt x="8239" y="334"/>
                    <a:pt x="10513" y="2608"/>
                    <a:pt x="10513" y="5430"/>
                  </a:cubicBezTo>
                  <a:cubicBezTo>
                    <a:pt x="10513" y="8240"/>
                    <a:pt x="8227" y="10514"/>
                    <a:pt x="5429" y="10514"/>
                  </a:cubicBezTo>
                  <a:cubicBezTo>
                    <a:pt x="2619" y="10514"/>
                    <a:pt x="333" y="8240"/>
                    <a:pt x="333" y="5430"/>
                  </a:cubicBezTo>
                  <a:cubicBezTo>
                    <a:pt x="333" y="2608"/>
                    <a:pt x="2619" y="334"/>
                    <a:pt x="5429" y="334"/>
                  </a:cubicBezTo>
                  <a:close/>
                  <a:moveTo>
                    <a:pt x="5429" y="1"/>
                  </a:moveTo>
                  <a:cubicBezTo>
                    <a:pt x="3989" y="1"/>
                    <a:pt x="2619" y="560"/>
                    <a:pt x="1584" y="1584"/>
                  </a:cubicBezTo>
                  <a:cubicBezTo>
                    <a:pt x="560" y="2620"/>
                    <a:pt x="0" y="3989"/>
                    <a:pt x="0" y="5430"/>
                  </a:cubicBezTo>
                  <a:cubicBezTo>
                    <a:pt x="0" y="6871"/>
                    <a:pt x="560" y="8240"/>
                    <a:pt x="1584" y="9264"/>
                  </a:cubicBezTo>
                  <a:cubicBezTo>
                    <a:pt x="2619" y="10300"/>
                    <a:pt x="3989" y="10859"/>
                    <a:pt x="5429" y="10859"/>
                  </a:cubicBezTo>
                  <a:cubicBezTo>
                    <a:pt x="6870" y="10859"/>
                    <a:pt x="8239" y="10300"/>
                    <a:pt x="9263" y="9264"/>
                  </a:cubicBezTo>
                  <a:cubicBezTo>
                    <a:pt x="10299" y="8240"/>
                    <a:pt x="10859" y="6871"/>
                    <a:pt x="10859" y="5430"/>
                  </a:cubicBezTo>
                  <a:cubicBezTo>
                    <a:pt x="10859" y="3989"/>
                    <a:pt x="10299" y="2620"/>
                    <a:pt x="9263" y="1584"/>
                  </a:cubicBezTo>
                  <a:cubicBezTo>
                    <a:pt x="8239" y="560"/>
                    <a:pt x="6870" y="1"/>
                    <a:pt x="5429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786;p46"/>
            <p:cNvSpPr/>
            <p:nvPr/>
          </p:nvSpPr>
          <p:spPr>
            <a:xfrm>
              <a:off x="5590763" y="3890208"/>
              <a:ext cx="262661" cy="200052"/>
            </a:xfrm>
            <a:custGeom>
              <a:avLst/>
              <a:gdLst/>
              <a:ahLst/>
              <a:cxnLst/>
              <a:rect l="l" t="t" r="r" b="b"/>
              <a:pathLst>
                <a:path w="8252" h="6285" extrusionOk="0">
                  <a:moveTo>
                    <a:pt x="4123" y="1"/>
                  </a:moveTo>
                  <a:cubicBezTo>
                    <a:pt x="3010" y="1"/>
                    <a:pt x="1900" y="63"/>
                    <a:pt x="799" y="188"/>
                  </a:cubicBezTo>
                  <a:cubicBezTo>
                    <a:pt x="513" y="224"/>
                    <a:pt x="287" y="450"/>
                    <a:pt x="239" y="712"/>
                  </a:cubicBezTo>
                  <a:cubicBezTo>
                    <a:pt x="1" y="2319"/>
                    <a:pt x="1" y="3963"/>
                    <a:pt x="239" y="5570"/>
                  </a:cubicBezTo>
                  <a:cubicBezTo>
                    <a:pt x="287" y="5844"/>
                    <a:pt x="513" y="6058"/>
                    <a:pt x="799" y="6082"/>
                  </a:cubicBezTo>
                  <a:cubicBezTo>
                    <a:pt x="1894" y="6201"/>
                    <a:pt x="3013" y="6284"/>
                    <a:pt x="4132" y="6284"/>
                  </a:cubicBezTo>
                  <a:cubicBezTo>
                    <a:pt x="4609" y="6284"/>
                    <a:pt x="5085" y="6260"/>
                    <a:pt x="5561" y="6249"/>
                  </a:cubicBezTo>
                  <a:cubicBezTo>
                    <a:pt x="5644" y="6249"/>
                    <a:pt x="5716" y="6177"/>
                    <a:pt x="5716" y="6070"/>
                  </a:cubicBezTo>
                  <a:cubicBezTo>
                    <a:pt x="5716" y="5963"/>
                    <a:pt x="5633" y="5891"/>
                    <a:pt x="5537" y="5891"/>
                  </a:cubicBezTo>
                  <a:cubicBezTo>
                    <a:pt x="5051" y="5914"/>
                    <a:pt x="4564" y="5925"/>
                    <a:pt x="4076" y="5925"/>
                  </a:cubicBezTo>
                  <a:cubicBezTo>
                    <a:pt x="2998" y="5925"/>
                    <a:pt x="1916" y="5868"/>
                    <a:pt x="834" y="5737"/>
                  </a:cubicBezTo>
                  <a:cubicBezTo>
                    <a:pt x="715" y="5725"/>
                    <a:pt x="620" y="5641"/>
                    <a:pt x="596" y="5498"/>
                  </a:cubicBezTo>
                  <a:cubicBezTo>
                    <a:pt x="382" y="3927"/>
                    <a:pt x="382" y="2319"/>
                    <a:pt x="596" y="736"/>
                  </a:cubicBezTo>
                  <a:cubicBezTo>
                    <a:pt x="620" y="617"/>
                    <a:pt x="715" y="522"/>
                    <a:pt x="834" y="498"/>
                  </a:cubicBezTo>
                  <a:cubicBezTo>
                    <a:pt x="1942" y="379"/>
                    <a:pt x="3037" y="319"/>
                    <a:pt x="4144" y="319"/>
                  </a:cubicBezTo>
                  <a:cubicBezTo>
                    <a:pt x="5240" y="319"/>
                    <a:pt x="6347" y="379"/>
                    <a:pt x="7442" y="498"/>
                  </a:cubicBezTo>
                  <a:cubicBezTo>
                    <a:pt x="7561" y="522"/>
                    <a:pt x="7669" y="605"/>
                    <a:pt x="7680" y="736"/>
                  </a:cubicBezTo>
                  <a:cubicBezTo>
                    <a:pt x="7907" y="2319"/>
                    <a:pt x="7907" y="3927"/>
                    <a:pt x="7680" y="5498"/>
                  </a:cubicBezTo>
                  <a:cubicBezTo>
                    <a:pt x="7669" y="5617"/>
                    <a:pt x="7561" y="5725"/>
                    <a:pt x="7442" y="5737"/>
                  </a:cubicBezTo>
                  <a:cubicBezTo>
                    <a:pt x="7085" y="5784"/>
                    <a:pt x="6752" y="5820"/>
                    <a:pt x="6395" y="5844"/>
                  </a:cubicBezTo>
                  <a:cubicBezTo>
                    <a:pt x="6299" y="5844"/>
                    <a:pt x="6228" y="5927"/>
                    <a:pt x="6228" y="6010"/>
                  </a:cubicBezTo>
                  <a:cubicBezTo>
                    <a:pt x="6228" y="6110"/>
                    <a:pt x="6299" y="6178"/>
                    <a:pt x="6386" y="6178"/>
                  </a:cubicBezTo>
                  <a:cubicBezTo>
                    <a:pt x="6393" y="6178"/>
                    <a:pt x="6399" y="6178"/>
                    <a:pt x="6406" y="6177"/>
                  </a:cubicBezTo>
                  <a:cubicBezTo>
                    <a:pt x="6764" y="6141"/>
                    <a:pt x="7121" y="6118"/>
                    <a:pt x="7478" y="6070"/>
                  </a:cubicBezTo>
                  <a:cubicBezTo>
                    <a:pt x="7764" y="6034"/>
                    <a:pt x="7978" y="5820"/>
                    <a:pt x="8026" y="5546"/>
                  </a:cubicBezTo>
                  <a:cubicBezTo>
                    <a:pt x="8252" y="3963"/>
                    <a:pt x="8252" y="2319"/>
                    <a:pt x="8014" y="712"/>
                  </a:cubicBezTo>
                  <a:cubicBezTo>
                    <a:pt x="7966" y="426"/>
                    <a:pt x="7740" y="224"/>
                    <a:pt x="7466" y="188"/>
                  </a:cubicBezTo>
                  <a:cubicBezTo>
                    <a:pt x="6353" y="63"/>
                    <a:pt x="5237" y="1"/>
                    <a:pt x="412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787;p46"/>
            <p:cNvSpPr/>
            <p:nvPr/>
          </p:nvSpPr>
          <p:spPr>
            <a:xfrm>
              <a:off x="5680587" y="3935024"/>
              <a:ext cx="105389" cy="110514"/>
            </a:xfrm>
            <a:custGeom>
              <a:avLst/>
              <a:gdLst/>
              <a:ahLst/>
              <a:cxnLst/>
              <a:rect l="l" t="t" r="r" b="b"/>
              <a:pathLst>
                <a:path w="3311" h="3472" extrusionOk="0">
                  <a:moveTo>
                    <a:pt x="334" y="447"/>
                  </a:moveTo>
                  <a:lnTo>
                    <a:pt x="2763" y="1733"/>
                  </a:lnTo>
                  <a:lnTo>
                    <a:pt x="334" y="3007"/>
                  </a:lnTo>
                  <a:lnTo>
                    <a:pt x="334" y="447"/>
                  </a:lnTo>
                  <a:close/>
                  <a:moveTo>
                    <a:pt x="163" y="1"/>
                  </a:moveTo>
                  <a:cubicBezTo>
                    <a:pt x="135" y="1"/>
                    <a:pt x="108" y="7"/>
                    <a:pt x="84" y="18"/>
                  </a:cubicBezTo>
                  <a:cubicBezTo>
                    <a:pt x="36" y="54"/>
                    <a:pt x="1" y="114"/>
                    <a:pt x="1" y="173"/>
                  </a:cubicBezTo>
                  <a:lnTo>
                    <a:pt x="1" y="3293"/>
                  </a:lnTo>
                  <a:cubicBezTo>
                    <a:pt x="1" y="3352"/>
                    <a:pt x="24" y="3412"/>
                    <a:pt x="84" y="3447"/>
                  </a:cubicBezTo>
                  <a:cubicBezTo>
                    <a:pt x="120" y="3459"/>
                    <a:pt x="144" y="3471"/>
                    <a:pt x="179" y="3471"/>
                  </a:cubicBezTo>
                  <a:cubicBezTo>
                    <a:pt x="203" y="3471"/>
                    <a:pt x="239" y="3471"/>
                    <a:pt x="251" y="3459"/>
                  </a:cubicBezTo>
                  <a:lnTo>
                    <a:pt x="3227" y="1900"/>
                  </a:lnTo>
                  <a:cubicBezTo>
                    <a:pt x="3287" y="1864"/>
                    <a:pt x="3311" y="1804"/>
                    <a:pt x="3311" y="1745"/>
                  </a:cubicBezTo>
                  <a:cubicBezTo>
                    <a:pt x="3311" y="1673"/>
                    <a:pt x="3287" y="1614"/>
                    <a:pt x="3227" y="1578"/>
                  </a:cubicBezTo>
                  <a:lnTo>
                    <a:pt x="251" y="18"/>
                  </a:lnTo>
                  <a:cubicBezTo>
                    <a:pt x="221" y="7"/>
                    <a:pt x="191" y="1"/>
                    <a:pt x="16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solidFill>
            <a:srgbClr val="FFFFFF">
              <a:alpha val="450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tabLst/>
              <a:defRPr/>
            </a:pPr>
            <a:r>
              <a:rPr kumimoji="0" lang="es-ES" sz="13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3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3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  <a:br>
              <a:rPr kumimoji="0" lang="es-ES" sz="13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3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 Tech Agency by Slidesgo">
  <a:themeElements>
    <a:clrScheme name="Simple Light">
      <a:dk1>
        <a:srgbClr val="0C343D"/>
      </a:dk1>
      <a:lt1>
        <a:srgbClr val="00C3B1"/>
      </a:lt1>
      <a:dk2>
        <a:srgbClr val="CC4125"/>
      </a:dk2>
      <a:lt2>
        <a:srgbClr val="F3F3F3"/>
      </a:lt2>
      <a:accent1>
        <a:srgbClr val="0C343D"/>
      </a:accent1>
      <a:accent2>
        <a:srgbClr val="00C3B1"/>
      </a:accent2>
      <a:accent3>
        <a:srgbClr val="CC4125"/>
      </a:accent3>
      <a:accent4>
        <a:srgbClr val="F3F3F3"/>
      </a:accent4>
      <a:accent5>
        <a:srgbClr val="0C343D"/>
      </a:accent5>
      <a:accent6>
        <a:srgbClr val="00C3B1"/>
      </a:accent6>
      <a:hlink>
        <a:srgbClr val="F3F3F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9276</TotalTime>
  <Words>1547</Words>
  <Application>Microsoft Office PowerPoint</Application>
  <PresentationFormat>Presentación en pantalla (16:9)</PresentationFormat>
  <Paragraphs>360</Paragraphs>
  <Slides>36</Slides>
  <Notes>36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36</vt:i4>
      </vt:variant>
    </vt:vector>
  </HeadingPairs>
  <TitlesOfParts>
    <vt:vector size="43" baseType="lpstr">
      <vt:lpstr>Arial</vt:lpstr>
      <vt:lpstr>Calibri</vt:lpstr>
      <vt:lpstr>Anton</vt:lpstr>
      <vt:lpstr>Fira Sans Condensed Light</vt:lpstr>
      <vt:lpstr>Rajdhani</vt:lpstr>
      <vt:lpstr>Advent Pro Light</vt:lpstr>
      <vt:lpstr>Ai Tech Agency by Slidesgo</vt:lpstr>
      <vt:lpstr>Presentación de PowerPoint</vt:lpstr>
      <vt:lpstr>Bienvenida</vt:lpstr>
      <vt:lpstr>Presentación de PowerPoint</vt:lpstr>
      <vt:lpstr>Presentación de PowerPoint</vt:lpstr>
      <vt:lpstr>Presentación de PowerPoint</vt:lpstr>
      <vt:lpstr>AGENDA</vt:lpstr>
      <vt:lpstr>AGENDA</vt:lpstr>
      <vt:lpstr>AGENDA</vt:lpstr>
      <vt:lpstr>DINÁMICA DE CLASES </vt:lpstr>
      <vt:lpstr>METODOLOGÍA</vt:lpstr>
      <vt:lpstr>ACERCA DEL FACILITADOR</vt:lpstr>
      <vt:lpstr>Presentación de PowerPoint</vt:lpstr>
      <vt:lpstr>INTRODUCCIÓN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METODOLOGÍA CRISP DM</vt:lpstr>
      <vt:lpstr>ANALÍTICA DE DATOS</vt:lpstr>
      <vt:lpstr>Despliegue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DEFENSA DOCTORAL</dc:title>
  <dc:creator>Alfredo Garcia</dc:creator>
  <cp:lastModifiedBy>Alfredo Garcia Suarez</cp:lastModifiedBy>
  <cp:revision>258</cp:revision>
  <dcterms:modified xsi:type="dcterms:W3CDTF">2026-09-22T21:33:45Z</dcterms:modified>
</cp:coreProperties>
</file>